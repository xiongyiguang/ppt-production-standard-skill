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6603114" r:id="rId2"/>
    <p:sldId id="2147308892" r:id="rId3"/>
    <p:sldId id="2147308864" r:id="rId4"/>
    <p:sldId id="2147308865" r:id="rId5"/>
    <p:sldId id="16603043" r:id="rId6"/>
  </p:sldIdLst>
  <p:sldSz cx="12192000" cy="6858000"/>
  <p:notesSz cx="7104063" cy="10234613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A602EF5-1D47-481E-82B6-9B1E851A29E5}">
          <p14:sldIdLst>
            <p14:sldId id="16603114"/>
            <p14:sldId id="2147308892"/>
            <p14:sldId id="2147308864"/>
            <p14:sldId id="2147308865"/>
            <p14:sldId id="16603043"/>
          </p14:sldIdLst>
        </p14:section>
      </p14:sectionLst>
    </p:ex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pos="347" userDrawn="1">
          <p15:clr>
            <a:srgbClr val="A4A3A4"/>
          </p15:clr>
        </p15:guide>
        <p15:guide id="5" orient="horz" pos="595" userDrawn="1">
          <p15:clr>
            <a:srgbClr val="A4A3A4"/>
          </p15:clr>
        </p15:guide>
        <p15:guide id="6" orient="horz" pos="4110" userDrawn="1">
          <p15:clr>
            <a:srgbClr val="A4A3A4"/>
          </p15:clr>
        </p15:guide>
        <p15:guide id="7" orient="horz" pos="2001" userDrawn="1">
          <p15:clr>
            <a:srgbClr val="A4A3A4"/>
          </p15:clr>
        </p15:guide>
        <p15:guide id="8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557" name="未知用户348" initials="未" lastIdx="10" clrIdx="0"/>
  <p:cmAuthor id="1" name="Wangzhi gang" initials="Wg" lastIdx="1" clrIdx="0"/>
  <p:cmAuthor id="558" name="未知用户148" initials="未" lastIdx="1" clrIdx="0"/>
  <p:cmAuthor id="2" name="作者" initials="A" lastIdx="0" clrIdx="1"/>
  <p:cmAuthor id="559" name="未知用户195" initials="未" lastIdx="1" clrIdx="0"/>
  <p:cmAuthor id="3" name="lenovo" initials="l" lastIdx="6" clrIdx="2"/>
  <p:cmAuthor id="560" name="未知用户207" initials="未" lastIdx="3" clrIdx="1"/>
  <p:cmAuthor id="353158055" name="韩雨" initials="韩" lastIdx="0" clrIdx="0"/>
  <p:cmAuthor id="4" name="Administrator" initials="A" lastIdx="4" clrIdx="3"/>
  <p:cmAuthor id="561" name="未知用户208" initials="未" lastIdx="1" clrIdx="0"/>
  <p:cmAuthor id="5" name="宋洁然" initials="宋" lastIdx="2" clrIdx="1"/>
  <p:cmAuthor id="562" name="未知用户198" initials="未" lastIdx="1" clrIdx="0"/>
  <p:cmAuthor id="6" name="ming qiu" initials="m" lastIdx="17" clrIdx="1"/>
  <p:cmAuthor id="563" name="未知用户209" initials="未" lastIdx="1" clrIdx="0"/>
  <p:cmAuthor id="7" name="1206988966@qq.com" initials="1" lastIdx="1" clrIdx="2"/>
  <p:cmAuthor id="564" name="未知用户289" initials="未" lastIdx="1" clrIdx="0"/>
  <p:cmAuthor id="8" name="姜伟光" initials="姜" lastIdx="1" clrIdx="0"/>
  <p:cmAuthor id="565" name="未知用户206" initials="未" lastIdx="6" clrIdx="0"/>
  <p:cmAuthor id="9" name="ylmfeng" initials="y" lastIdx="1" clrIdx="8"/>
  <p:cmAuthor id="566" name="未知的使用者207" initials="未" lastIdx="1" clrIdx="0"/>
  <p:cmAuthor id="10" name="THINK" initials="T" lastIdx="2" clrIdx="9"/>
  <p:cmAuthor id="567" name="未知的使用者208" initials="未" lastIdx="1" clrIdx="0"/>
  <p:cmAuthor id="11" name="朱磊" initials="朱" lastIdx="2" clrIdx="10"/>
  <p:cmAuthor id="568" name="未知的使用者188" initials="未" lastIdx="1" clrIdx="0"/>
  <p:cmAuthor id="12" name="Windows 用户" initials="W用" lastIdx="8" clrIdx="12"/>
  <p:cmAuthor id="569" name="未知的使用者189" initials="未" lastIdx="2" clrIdx="0"/>
  <p:cmAuthor id="13" name="殷格非" initials="" lastIdx="2" clrIdx="0"/>
  <p:cmAuthor id="570" name="未知的使用者190" initials="未" lastIdx="1" clrIdx="1"/>
  <p:cmAuthor id="14" name="熊文剑" initials="熊" lastIdx="1" clrIdx="13"/>
  <p:cmAuthor id="571" name="未知的使用者191" initials="未" lastIdx="1" clrIdx="0"/>
  <p:cmAuthor id="15" name="10247451" initials="1" lastIdx="39" clrIdx="14"/>
  <p:cmAuthor id="191251535" name="沈霄雷" initials="沈" lastIdx="833089" clrIdx="0"/>
  <p:cmAuthor id="572" name="未知的使用者192" initials="未" lastIdx="1" clrIdx="0"/>
  <p:cmAuthor id="16" name="CMIC2021" initials="C" lastIdx="2" clrIdx="15"/>
  <p:cmAuthor id="191251536" name="张钰" initials="张" lastIdx="1" clrIdx="25"/>
  <p:cmAuthor id="573" name="未知的使用者193" initials="未" lastIdx="2" clrIdx="0"/>
  <p:cmAuthor id="17" name="00035181" initials="0" lastIdx="1" clrIdx="16"/>
  <p:cmAuthor id="191251537" name="高 凡" initials="高" lastIdx="1" clrIdx="36"/>
  <p:cmAuthor id="574" name="未知的使用者209" initials="未" lastIdx="8" clrIdx="0"/>
  <p:cmAuthor id="18" name="张燕" initials="MSOffice" lastIdx="1" clrIdx="17"/>
  <p:cmAuthor id="575" name="未知用户146" initials="未" lastIdx="5" clrIdx="1"/>
  <p:cmAuthor id="19" name="Saku Uchikawa" initials="S" lastIdx="11" clrIdx="0"/>
  <p:cmAuthor id="191251539" name="席琛" initials="" lastIdx="0" clrIdx="58"/>
  <p:cmAuthor id="576" name="未知用户94" initials="未" lastIdx="0" clrIdx="1"/>
  <p:cmAuthor id="20" name="00065088" initials="0" lastIdx="2" clrIdx="19"/>
  <p:cmAuthor id="577" name="未知用户118" initials="未" lastIdx="1" clrIdx="0"/>
  <p:cmAuthor id="21" name="10066351" initials="1" lastIdx="2" clrIdx="0"/>
  <p:cmAuthor id="578" name="未知用户147" initials="未" lastIdx="0" clrIdx="1"/>
  <p:cmAuthor id="22" name="蔡建楠" initials="caijianna" lastIdx="15" clrIdx="17"/>
  <p:cmAuthor id="579" name="未知的使用者96" initials="未" lastIdx="1" clrIdx="0"/>
  <p:cmAuthor id="23" name="Author" initials="A" lastIdx="0" clrIdx="22"/>
  <p:cmAuthor id="580" name="未知用户255" initials="未" lastIdx="1" clrIdx="1"/>
  <p:cmAuthor id="24" name="李蕾00009994" initials="李" lastIdx="6" clrIdx="17"/>
  <p:cmAuthor id="581" name="未知的使用者153" initials="未" lastIdx="1" clrIdx="0"/>
  <p:cmAuthor id="25" name="10118178" initials="1" lastIdx="1" clrIdx="24"/>
  <p:cmAuthor id="582" name="未知的使用者154" initials="未" lastIdx="1" clrIdx="0"/>
  <p:cmAuthor id="26" name="10270945" initials="1" lastIdx="2" clrIdx="25"/>
  <p:cmAuthor id="583" name="未知的使用者156" initials="未" lastIdx="1" clrIdx="0"/>
  <p:cmAuthor id="27" name="王丽（IT）" initials="王" lastIdx="2" clrIdx="26"/>
  <p:cmAuthor id="584" name="未知的使用者157" initials="未" lastIdx="1" clrIdx="0"/>
  <p:cmAuthor id="28" name="Hou Yingfeng" initials="H" lastIdx="10" clrIdx="23"/>
  <p:cmAuthor id="585" name="未知用户246" initials="未" lastIdx="1" clrIdx="0"/>
  <p:cmAuthor id="29" name="张馨玲" initials="张" lastIdx="1" clrIdx="28"/>
  <p:cmAuthor id="586" name="未知的使用者129" initials="未" lastIdx="1" clrIdx="0"/>
  <p:cmAuthor id="30" name="Q" initials="Q" lastIdx="1" clrIdx="29"/>
  <p:cmAuthor id="587" name="未知用户257" initials="未" lastIdx="1" clrIdx="0"/>
  <p:cmAuthor id="31" name="admin" initials="a" lastIdx="6" clrIdx="30"/>
  <p:cmAuthor id="588" name="未知的使用者164" initials="未" lastIdx="8" clrIdx="0"/>
  <p:cmAuthor id="32" name="李楠10047711" initials="李楠10047711" lastIdx="2" clrIdx="31"/>
  <p:cmAuthor id="589" name="未知的使用者172" initials="未" lastIdx="1" clrIdx="0"/>
  <p:cmAuthor id="33" name="10045953" initials="1" lastIdx="4" clrIdx="32"/>
  <p:cmAuthor id="590" name="未知的使用者174" initials="未" lastIdx="1" clrIdx="0"/>
  <p:cmAuthor id="34" name="未知用户6" initials="未知用户6" lastIdx="1" clrIdx="9"/>
  <p:cmAuthor id="591" name="未知用户261" initials="未" lastIdx="1" clrIdx="0"/>
  <p:cmAuthor id="35" name="XUWEI" initials="X" lastIdx="1" clrIdx="10"/>
  <p:cmAuthor id="592" name="未知的使用者247" initials="未" lastIdx="6" clrIdx="0"/>
  <p:cmAuthor id="36" name="rev2" initials="c" lastIdx="1" clrIdx="36"/>
  <p:cmAuthor id="593" name="未知的使用者249" initials="未" lastIdx="43" clrIdx="1"/>
  <p:cmAuthor id="37" name="安 宝来" initials="安" lastIdx="2" clrIdx="19"/>
  <p:cmAuthor id="594" name="未知的使用者250" initials="未" lastIdx="1" clrIdx="0"/>
  <p:cmAuthor id="38" name="feng xingbo" initials="fx" lastIdx="1" clrIdx="24"/>
  <p:cmAuthor id="595" name="未知的使用者251" initials="未" lastIdx="1" clrIdx="0"/>
  <p:cmAuthor id="39" name="fei Ren" initials="fR" lastIdx="1" clrIdx="25"/>
  <p:cmAuthor id="596" name="未知的使用者246" initials="未" lastIdx="1" clrIdx="1"/>
  <p:cmAuthor id="40" name="未知用户34" initials="未" lastIdx="1" clrIdx="37"/>
  <p:cmAuthor id="597" name="未知的使用者252" initials="未" lastIdx="1" clrIdx="0"/>
  <p:cmAuthor id="41" name="未知用户35" initials="未" lastIdx="1" clrIdx="38"/>
  <p:cmAuthor id="598" name="未知的使用者253" initials="未" lastIdx="1" clrIdx="0"/>
  <p:cmAuthor id="42" name="hm" initials="h" lastIdx="10" clrIdx="41"/>
  <p:cmAuthor id="599" name="未知的使用者254" initials="未" lastIdx="1" clrIdx="0"/>
  <p:cmAuthor id="43" name="ZJK" initials="Z" lastIdx="5" clrIdx="42"/>
  <p:cmAuthor id="600" name="未知的使用者255" initials="未" lastIdx="1" clrIdx="0"/>
  <p:cmAuthor id="44" name="成玉玉" initials="成" lastIdx="1" clrIdx="43"/>
  <p:cmAuthor id="601" name="未知用户268" initials="未" lastIdx="1" clrIdx="0"/>
  <p:cmAuthor id="45" name="bay" initials="b" lastIdx="1" clrIdx="44"/>
  <p:cmAuthor id="602" name="未知用户269" initials="未" lastIdx="2" clrIdx="0"/>
  <p:cmAuthor id="46" name="未知的使用者2" initials="未" lastIdx="1" clrIdx="0"/>
  <p:cmAuthor id="603" name="未知的使用者270" initials="未" lastIdx="1" clrIdx="0"/>
  <p:cmAuthor id="47" name="clj" initials="c" lastIdx="1" clrIdx="46"/>
  <p:cmAuthor id="604" name="未知用户250" initials="未" lastIdx="0" clrIdx="0"/>
  <p:cmAuthor id="48" name="尹瑶瑶" initials="YYY" lastIdx="1" clrIdx="47"/>
  <p:cmAuthor id="605" name="未知用户272" initials="未" lastIdx="10" clrIdx="0"/>
  <p:cmAuthor id="49" name="李轶" initials="李" lastIdx="1" clrIdx="48"/>
  <p:cmAuthor id="606" name="未知的使用者256" initials="未" lastIdx="1" clrIdx="0"/>
  <p:cmAuthor id="50" name="未知的使用者21" initials="未" lastIdx="1" clrIdx="0"/>
  <p:cmAuthor id="607" name="未知的使用者197" initials="未" lastIdx="8" clrIdx="0"/>
  <p:cmAuthor id="51" name="吕志勇" initials="吕" lastIdx="8" clrIdx="0"/>
  <p:cmAuthor id="608" name="未知的使用者200" initials="未" lastIdx="1" clrIdx="0"/>
  <p:cmAuthor id="52" name="lantj" initials="l" lastIdx="1" clrIdx="51"/>
  <p:cmAuthor id="609" name="未知的使用者257" initials="未" lastIdx="1" clrIdx="0"/>
  <p:cmAuthor id="53" name="zhangjj" initials="z" lastIdx="1" clrIdx="52"/>
  <p:cmAuthor id="610" name="未知的使用者171" initials="未" lastIdx="3" clrIdx="1"/>
  <p:cmAuthor id="54" name="Shirley" initials="S" lastIdx="2" clrIdx="53"/>
  <p:cmAuthor id="611" name="未知的使用者240" initials="未" lastIdx="1" clrIdx="0"/>
  <p:cmAuthor id="55" name="未知的使用者70" initials="" lastIdx="1" clrIdx="0"/>
  <p:cmAuthor id="612" name="未知的使用者241" initials="未" lastIdx="1" clrIdx="0"/>
  <p:cmAuthor id="56" name="未知的使用者85" initials="" lastIdx="1" clrIdx="0"/>
  <p:cmAuthor id="613" name="未知的使用者242" initials="未" lastIdx="2" clrIdx="0"/>
  <p:cmAuthor id="57" name="wumeng" initials="w" lastIdx="1" clrIdx="56"/>
  <p:cmAuthor id="614" name="未知的使用者243" initials="未" lastIdx="1" clrIdx="0"/>
  <p:cmAuthor id="58" name="未知的使用者87" initials="" lastIdx="1" clrIdx="0"/>
  <p:cmAuthor id="615" name="未知的使用者258" initials="未" lastIdx="8" clrIdx="0"/>
  <p:cmAuthor id="59" name="庞付娟" initials="庞" lastIdx="29" clrIdx="0"/>
  <p:cmAuthor id="616" name="未知的使用者259" initials="未" lastIdx="1" clrIdx="0"/>
  <p:cmAuthor id="691587970" name="小延魔法师" initials="小" lastIdx="1126286" clrIdx="0"/>
  <p:cmAuthor id="617" name="未知的使用者260" initials="未" lastIdx="1" clrIdx="0"/>
  <p:cmAuthor id="60" name="未知的使用者90" initials="" lastIdx="8" clrIdx="0"/>
  <p:cmAuthor id="691587971" name="qixing Liao" initials="qL" lastIdx="1" clrIdx="49"/>
  <p:cmAuthor id="618" name="未知的使用者261" initials="未" lastIdx="11" clrIdx="0"/>
  <p:cmAuthor id="61" name="張秀娟" initials="張" lastIdx="1" clrIdx="2"/>
  <p:cmAuthor id="691587972" name="li hui" initials="lh" lastIdx="1" clrIdx="50"/>
  <p:cmAuthor id="619" name="未知的使用者262" initials="未" lastIdx="7" clrIdx="1"/>
  <p:cmAuthor id="62" name="未知的使用者34" initials="未" lastIdx="1" clrIdx="0"/>
  <p:cmAuthor id="691587973" name="Windows User" initials="WU" lastIdx="5" clrIdx="315"/>
  <p:cmAuthor id="620" name="未知的使用者263" initials="未" lastIdx="1" clrIdx="2"/>
  <p:cmAuthor id="63" name="未知的使用者98" initials="" lastIdx="1" clrIdx="0"/>
  <p:cmAuthor id="691587974" name="秀雪 贾" initials="秀贾" lastIdx="3" clrIdx="330"/>
  <p:cmAuthor id="621" name="未知的使用者264" initials="未" lastIdx="1" clrIdx="0"/>
  <p:cmAuthor id="64" name="CHRISYU" initials="" lastIdx="1" clrIdx="0"/>
  <p:cmAuthor id="65" name="未知的使用者113" initials="" lastIdx="1" clrIdx="2"/>
  <p:cmAuthor id="622" name="未知的使用者265" initials="未" lastIdx="1" clrIdx="0"/>
  <p:cmAuthor id="66" name="liucunri" initials="" lastIdx="1" clrIdx="0"/>
  <p:cmAuthor id="623" name="未知的使用者266" initials="未" lastIdx="1" clrIdx="1"/>
  <p:cmAuthor id="67" name="qihua-DCMS" initials="q" lastIdx="0" clrIdx="0"/>
  <p:cmAuthor id="624" name="未知的使用者267" initials="未" lastIdx="1" clrIdx="0"/>
  <p:cmAuthor id="68" name="Unknown User48" initials="" lastIdx="8" clrIdx="0"/>
  <p:cmAuthor id="625" name="未知的使用者268" initials="未" lastIdx="2" clrIdx="0"/>
  <p:cmAuthor id="69" name="未知用户82" initials="未知用户82" lastIdx="1" clrIdx="0"/>
  <p:cmAuthor id="626" name="未知的使用者269" initials="未" lastIdx="7" clrIdx="1"/>
  <p:cmAuthor id="70" name="未知用户83" initials="未知用户83" lastIdx="1" clrIdx="0"/>
  <p:cmAuthor id="627" name="刘晖" initials="刘" lastIdx="1" clrIdx="0"/>
  <p:cmAuthor id="71" name="未知用户84" initials="未知用户84" lastIdx="5" clrIdx="0"/>
  <p:cmAuthor id="628" name="lillian" initials="l" lastIdx="1" clrIdx="0"/>
  <p:cmAuthor id="72" name="未知用户137" initials="未知用户137" lastIdx="10" clrIdx="0"/>
  <p:cmAuthor id="629" name="未知用户197" initials="未" lastIdx="1" clrIdx="0"/>
  <p:cmAuthor id="73" name="未知用户21" initials="未" lastIdx="1" clrIdx="0"/>
  <p:cmAuthor id="630" name="Microsoft Office User" initials="M" lastIdx="2" clrIdx="86"/>
  <p:cmAuthor id="74" name="未知用户138" initials="未知用户138" lastIdx="0" clrIdx="1"/>
  <p:cmAuthor id="631" name="未知的使用者179" initials="未" lastIdx="1" clrIdx="0"/>
  <p:cmAuthor id="75" name="李永欣" initials="李" lastIdx="1" clrIdx="0"/>
  <p:cmAuthor id="632" name="行 朱" initials="行" lastIdx="1" clrIdx="517"/>
  <p:cmAuthor id="76" name="黄译萱(联通上海市上海市分公司)" initials="MSOffice" lastIdx="3" clrIdx="25"/>
  <p:cmAuthor id="633" name="未知用户183" initials="未" lastIdx="1" clrIdx="49"/>
  <p:cmAuthor id="77" name="邵丹(联通上海市上海市分公司)" initials="邵丹(联通上海市上海市分公司)" lastIdx="1" clrIdx="26"/>
  <p:cmAuthor id="634" name="施普希（菜菜）" initials="施" lastIdx="0" clrIdx="0"/>
  <p:cmAuthor id="78" name="Lina Hang(联通上海市上海市分公司)" initials="LH" lastIdx="2" clrIdx="27"/>
  <p:cmAuthor id="635" name="曹 朝辉" initials="曹" lastIdx="1" clrIdx="14"/>
  <p:cmAuthor id="79" name="未知的使用者16" initials="未" lastIdx="6" clrIdx="0"/>
  <p:cmAuthor id="636" name="laichenxi" initials="l" lastIdx="1" clrIdx="337"/>
  <p:cmAuthor id="80" name="未知的使用者13" initials="未" lastIdx="1" clrIdx="0"/>
  <p:cmAuthor id="637" name="zhoupeng" initials="z" lastIdx="5" clrIdx="339"/>
  <p:cmAuthor id="81" name="未知的使用者14" initials="未" lastIdx="2" clrIdx="0"/>
  <p:cmAuthor id="638" name="未知用户175" initials="未" lastIdx="1" clrIdx="1"/>
  <p:cmAuthor id="82" name="廖麗華" initials="廖" lastIdx="1" clrIdx="0"/>
  <p:cmAuthor id="639" name="raymond luan" initials="r" lastIdx="0" clrIdx="0"/>
  <p:cmAuthor id="83" name="未知的使用者12" initials="未" lastIdx="1" clrIdx="0"/>
  <p:cmAuthor id="640" name="未知用户121" initials="未" lastIdx="1" clrIdx="0"/>
  <p:cmAuthor id="84" name="未知用户129" initials="未知用户129" lastIdx="1" clrIdx="0"/>
  <p:cmAuthor id="641" name="安安_zm6nYnYZ" initials="安" lastIdx="0" clrIdx="0"/>
  <p:cmAuthor id="85" name="唐可欣" initials="唐" lastIdx="1" clrIdx="0"/>
  <p:cmAuthor id="642" name="nature_emInFJF7" initials="n" lastIdx="0" clrIdx="0"/>
  <p:cmAuthor id="86" name="王鹏凯" initials="" lastIdx="1" clrIdx="0"/>
  <p:cmAuthor id="643" name="杨思思_VNjyvY7j" initials="杨" lastIdx="0" clrIdx="0"/>
  <p:cmAuthor id="87" name="未知的使用者35" initials="未" lastIdx="1" clrIdx="0"/>
  <p:cmAuthor id="644" name="I_u6feq6Zr" initials="I" lastIdx="0" clrIdx="0"/>
  <p:cmAuthor id="88" name="未知的使用者33" initials="未" lastIdx="1" clrIdx="0"/>
  <p:cmAuthor id="645" name="方少_UbQfrimU" initials="方" lastIdx="0" clrIdx="0"/>
  <p:cmAuthor id="89" name="Admin" initials="A" lastIdx="1" clrIdx="2"/>
  <p:cmAuthor id="646" name="叶盛_Q3A3IfEf" initials="叶" lastIdx="0" clrIdx="0"/>
  <p:cmAuthor id="90" name="未知的使用者93" initials="" lastIdx="1" clrIdx="1"/>
  <p:cmAuthor id="647" name="Harley._bEJrUJ7r" initials="H" lastIdx="0" clrIdx="0"/>
  <p:cmAuthor id="91" name="范作霖" initials="范" lastIdx="1" clrIdx="22"/>
  <p:cmAuthor id="648" name="罗平_VB7vJb2E" initials="罗" lastIdx="0" clrIdx="0"/>
  <p:cmAuthor id="92" name="LeeElva" initials="" lastIdx="1" clrIdx="0"/>
  <p:cmAuthor id="649" name="xixi_nUjqe22E" initials="x" lastIdx="0" clrIdx="0"/>
  <p:cmAuthor id="93" name="未知用户99" initials="" lastIdx="1" clrIdx="2"/>
  <p:cmAuthor id="650" name="唐 赛" initials="唐" lastIdx="1" clrIdx="45"/>
  <p:cmAuthor id="94" name="杨静" initials="杨" lastIdx="1" clrIdx="22"/>
  <p:cmAuthor id="651" name="范 斌" initials="范" lastIdx="1" clrIdx="36"/>
  <p:cmAuthor id="95" name="未知的使用者115" initials="" lastIdx="1" clrIdx="1"/>
  <p:cmAuthor id="652" name="毕邺" initials="毕" lastIdx="2" clrIdx="37"/>
  <p:cmAuthor id="96" name="未知用户57" initials="" lastIdx="1" clrIdx="0"/>
  <p:cmAuthor id="653" name="何 伟" initials="何" lastIdx="1" clrIdx="53"/>
  <p:cmAuthor id="97" name="lianghb" initials="" lastIdx="19" clrIdx="0"/>
  <p:cmAuthor id="654" name="S 风" initials="S" lastIdx="2" clrIdx="55"/>
  <p:cmAuthor id="98" name="未知用户17" initials="" lastIdx="0" clrIdx="1"/>
  <p:cmAuthor id="655" name="张志云" initials="张" lastIdx="1" clrIdx="318"/>
  <p:cmAuthor id="99" name="Deanna Schuler (Bookey Consulting)" initials="" lastIdx="2" clrIdx="0"/>
  <p:cmAuthor id="656" name="谢学斌" initials="谢" lastIdx="0" clrIdx="0"/>
  <p:cmAuthor id="100" name="未知的使用者57" initials="未" lastIdx="1" clrIdx="0"/>
  <p:cmAuthor id="657" name="jialuo" initials="j" lastIdx="0" clrIdx="0"/>
  <p:cmAuthor id="101" name="spring_ren" initials="s" lastIdx="2" clrIdx="1"/>
  <p:cmAuthor id="102" name="毛香勤" initials="毛" lastIdx="26" clrIdx="6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杨彦伟" initials="杨" lastIdx="3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用户51" initials="未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1" initials="1" lastIdx="1" clrIdx="152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60" name="未知的使用者7" initials="" lastIdx="2" clrIdx="0"/>
  <p:cmAuthor id="161" name="高永刚" initials="高" lastIdx="2" clrIdx="36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54" initials="未" lastIdx="8" clrIdx="0"/>
  <p:cmAuthor id="173" name="Kevin Hu" initials="" lastIdx="1" clrIdx="0"/>
  <p:cmAuthor id="174" name="未知的使用者38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3" name="djj" initials="" lastIdx="2" clrIdx="0"/>
  <p:cmAuthor id="184" name="未知用户117" initials="" lastIdx="1" clrIdx="2"/>
  <p:cmAuthor id="185" name="未知用户12" initials="未" lastIdx="1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 " initials=" " lastIdx="1" clrIdx="6"/>
  <p:cmAuthor id="199" name="未知用户61" initials="" lastIdx="8" clrIdx="0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Yukun Zhang" initials="Y" lastIdx="1" clrIdx="341"/>
  <p:cmAuthor id="212" name="Daniel Wuu" initials="" lastIdx="1" clrIdx="0"/>
  <p:cmAuthor id="213" name="未知用户56" initials="" lastIdx="1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ztolei@163.com" initials="z" lastIdx="1" clrIdx="5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8535702" name="曾蓓/贝贝" initials="曾" lastIdx="0" clrIdx="0"/>
  <p:cmAuthor id="235" name="未知的使用者105" initials="" lastIdx="1" clrIdx="0"/>
  <p:cmAuthor id="236" name="Unknown User70" initials="" lastIdx="1" clrIdx="0"/>
  <p:cmAuthor id="237" name="clinchen" initials="" lastIdx="0" clrIdx="1"/>
  <p:cmAuthor id="210492766" name="yu 1" initials="y1" lastIdx="1" clrIdx="19"/>
  <p:cmAuthor id="238" name="未知用户23" initials="" lastIdx="1" clrIdx="0"/>
  <p:cmAuthor id="210492767" name="易培 杜" initials="易杜" lastIdx="1" clrIdx="76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394525608" name="仇怿俊" initials="仇" lastIdx="0" clrIdx="0"/>
  <p:cmAuthor id="280" name="未知用户68" initials="" lastIdx="1" clrIdx="0"/>
  <p:cmAuthor id="394525609" name="Xiaosu Wang" initials="XW" lastIdx="1" clrIdx="24"/>
  <p:cmAuthor id="281" name="未知用户69" initials="" lastIdx="2" clrIdx="0"/>
  <p:cmAuthor id="394525610" name="罗 罗" initials="罗" lastIdx="1" clrIdx="37"/>
  <p:cmAuthor id="282" name="未知用户70" initials="" lastIdx="1" clrIdx="1"/>
  <p:cmAuthor id="394525611" name="maomao" initials="m" lastIdx="1" clrIdx="49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441412215" name="tonghailan" initials="t" lastIdx="1126972" clrIdx="1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5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renyina" initials="r" lastIdx="1" clrIdx="322"/>
  <p:cmAuthor id="324" name="zhanglanxin" initials="z" lastIdx="1" clrIdx="323"/>
  <p:cmAuthor id="325" name="zhangzhongmin" initials="zhangzhongmin" lastIdx="1" clrIdx="324"/>
  <p:cmAuthor id="326" name="xiehaoming" initials="xiehaoming" lastIdx="1" clrIdx="325"/>
  <p:cmAuthor id="327" name="Cecilia" initials="C" lastIdx="1" clrIdx="326"/>
  <p:cmAuthor id="328" name="jiangjunrz" initials="jiangjunrz" lastIdx="1" clrIdx="327"/>
  <p:cmAuthor id="329" name="pym" initials="p" lastIdx="1" clrIdx="328"/>
  <p:cmAuthor id="2000" name="李婧宜_YBferYVR" initials="authorId_1217247658" lastIdx="0" clrIdx="0"/>
  <p:cmAuthor id="330" name="KZY" initials="K" lastIdx="1" clrIdx="329"/>
  <p:cmAuthor id="2001" name="潘 晨" initials="潘" lastIdx="2" clrIdx="18"/>
  <p:cmAuthor id="2002" name="song manyi" initials="sm" lastIdx="4" clrIdx="19"/>
  <p:cmAuthor id="332" name="wangxinran" initials="w" lastIdx="1" clrIdx="331"/>
  <p:cmAuthor id="2003" name="administrator" initials="ad" lastIdx="3" clrIdx="23"/>
  <p:cmAuthor id="333" name="zhaoqi" initials="z" lastIdx="1" clrIdx="332"/>
  <p:cmAuthor id="2005" name="Cynthia L" initials="CL" lastIdx="1" clrIdx="37"/>
  <p:cmAuthor id="335" name="李伟（IT）" initials="李" lastIdx="1" clrIdx="334"/>
  <p:cmAuthor id="2006" name="qsl" initials="q" lastIdx="3" clrIdx="38"/>
  <p:cmAuthor id="337" name="zhaoqian" initials="z" lastIdx="1" clrIdx="325"/>
  <p:cmAuthor id="338" name="Rita" initials="R" lastIdx="1" clrIdx="330"/>
  <p:cmAuthor id="339" name="flower" initials="f" lastIdx="1" clrIdx="334"/>
  <p:cmAuthor id="340" name="tonyliu" initials="t" lastIdx="4" clrIdx="335"/>
  <p:cmAuthor id="341" name="hwjjjjjjjj" initials="h" lastIdx="2" clrIdx="336"/>
  <p:cmAuthor id="342" name="macos" initials="m" lastIdx="1" clrIdx="338"/>
  <p:cmAuthor id="343" name="wangchangkun@cmhi.cmcc" initials="w" lastIdx="1" clrIdx="342"/>
  <p:cmAuthor id="345" name="zhoux" initials="z" lastIdx="1" clrIdx="333"/>
  <p:cmAuthor id="346" name="likeyu" initials="l" lastIdx="1" clrIdx="356"/>
  <p:cmAuthor id="347" name="zhangxinyao" initials="z" lastIdx="1" clrIdx="346"/>
  <p:cmAuthor id="348" name="liuyanxue" initials="l" lastIdx="1" clrIdx="364"/>
  <p:cmAuthor id="350" name="lingc" initials="l" lastIdx="1" clrIdx="324"/>
  <p:cmAuthor id="351" name="xuting@sn.cmcc" initials="x" lastIdx="1" clrIdx="40"/>
  <p:cmAuthor id="352" name="59314" initials="5" lastIdx="1" clrIdx="366"/>
  <p:cmAuthor id="353" name="未知用户157" initials="未" lastIdx="8" clrIdx="0"/>
  <p:cmAuthor id="354" name="未知用户158" initials="未" lastIdx="2" clrIdx="0"/>
  <p:cmAuthor id="355" name="未知用户159" initials="未" lastIdx="1" clrIdx="0"/>
  <p:cmAuthor id="356" name="未知用户160" initials="未" lastIdx="2" clrIdx="0"/>
  <p:cmAuthor id="357" name="未知用户168" initials="未" lastIdx="1" clrIdx="0"/>
  <p:cmAuthor id="358" name="順天" initials="順" lastIdx="1" clrIdx="0"/>
  <p:cmAuthor id="359" name="未知用户319" initials="未" lastIdx="1" clrIdx="0"/>
  <p:cmAuthor id="360" name="未知的使用者139" initials="未" lastIdx="1" clrIdx="0"/>
  <p:cmAuthor id="361" name="未知用户87" initials="未" lastIdx="1" clrIdx="0"/>
  <p:cmAuthor id="362" name="未知用户88" initials="未" lastIdx="1" clrIdx="0"/>
  <p:cmAuthor id="363" name="未知用户89" initials="未" lastIdx="1" clrIdx="0"/>
  <p:cmAuthor id="364" name="未知用户211" initials="未" lastIdx="8" clrIdx="0"/>
  <p:cmAuthor id="365" name="未知用户110" initials="未" lastIdx="1" clrIdx="0"/>
  <p:cmAuthor id="366" name="未知用户293" initials="未" lastIdx="1" clrIdx="0"/>
  <p:cmAuthor id="342238991" name="刘付平" initials="刘" lastIdx="5015" clrIdx="0"/>
  <p:cmAuthor id="367" name="未知用户201" initials="未" lastIdx="8" clrIdx="0"/>
  <p:cmAuthor id="368" name="未知用户278" initials="未" lastIdx="1" clrIdx="0"/>
  <p:cmAuthor id="369" name="未知用户279" initials="未" lastIdx="1" clrIdx="0"/>
  <p:cmAuthor id="370" name="未知用户280" initials="未" lastIdx="4" clrIdx="2"/>
  <p:cmAuthor id="371" name="未知用户281" initials="未" lastIdx="1" clrIdx="0"/>
  <p:cmAuthor id="372" name="未知用户282" initials="未" lastIdx="3" clrIdx="1"/>
  <p:cmAuthor id="373" name="未知用户283" initials="未" lastIdx="1" clrIdx="1"/>
  <p:cmAuthor id="374" name="未知用户284" initials="未" lastIdx="1" clrIdx="0"/>
  <p:cmAuthor id="375" name="guanhh" initials="g" lastIdx="3" clrIdx="0"/>
  <p:cmAuthor id="376" name="未知用户169" initials="未" lastIdx="1" clrIdx="0"/>
  <p:cmAuthor id="377" name="未知用户192" initials="未" lastIdx="1" clrIdx="0"/>
  <p:cmAuthor id="378" name="未知用户203" initials="未" lastIdx="1" clrIdx="1"/>
  <p:cmAuthor id="379" name="未知用户290" initials="未" lastIdx="2" clrIdx="0"/>
  <p:cmAuthor id="380" name="未知用户291" initials="未" lastIdx="8" clrIdx="0"/>
  <p:cmAuthor id="381" name="未知用户292" initials="未" lastIdx="1" clrIdx="0"/>
  <p:cmAuthor id="382" name="未知用户184" initials="未" lastIdx="1" clrIdx="1"/>
  <p:cmAuthor id="383" name="未知用户295" initials="未" lastIdx="1" clrIdx="0"/>
  <p:cmAuthor id="384" name="未知用户297" initials="未" lastIdx="1" clrIdx="0"/>
  <p:cmAuthor id="385" name="未知用户181" initials="未" lastIdx="2" clrIdx="0"/>
  <p:cmAuthor id="386" name="ye gusong" initials="y" lastIdx="1" clrIdx="0"/>
  <p:cmAuthor id="387" name="wei muzi" initials="w" lastIdx="1" clrIdx="4"/>
  <p:cmAuthor id="388" name="孙" initials="孙" lastIdx="1" clrIdx="50"/>
  <p:cmAuthor id="1411827" name="黄晓平" initials="黄" lastIdx="0" clrIdx="0"/>
  <p:cmAuthor id="389" name="未知用户187" initials="未" lastIdx="10" clrIdx="0"/>
  <p:cmAuthor id="1411828" name="徐琳00159163" initials="徐琳00159163" lastIdx="1" clrIdx="37"/>
  <p:cmAuthor id="390" name="catherine" initials="c" lastIdx="1" clrIdx="1"/>
  <p:cmAuthor id="1411829" name="Wu, Jing 1. (NSB - CN/Hangzhou)" initials="WJ1(C" lastIdx="2" clrIdx="39"/>
  <p:cmAuthor id="391" name="未知的使用者89" initials="未" lastIdx="5" clrIdx="0"/>
  <p:cmAuthor id="392" name="未知用户287" initials="未" lastIdx="0" clrIdx="1"/>
  <p:cmAuthor id="393" name="未知用户288" initials="未" lastIdx="1" clrIdx="0"/>
  <p:cmAuthor id="394" name="�Ÿ�" initials="�" lastIdx="1" clrIdx="0"/>
  <p:cmAuthor id="395" name="未知的使用者140" initials="未" lastIdx="1" clrIdx="1"/>
  <p:cmAuthor id="396" name="yudi lin" initials="y" lastIdx="0" clrIdx="0"/>
  <p:cmAuthor id="397" name="liuzga" initials="l" lastIdx="1" clrIdx="3"/>
  <p:cmAuthor id="398" name="49554261@qq.com" initials="4" lastIdx="2" clrIdx="2"/>
  <p:cmAuthor id="399" name="未知用户230" initials="未" lastIdx="1" clrIdx="0"/>
  <p:cmAuthor id="400" name="未知用户216" initials="未" lastIdx="1" clrIdx="0"/>
  <p:cmAuthor id="401" name="未知用户266" initials="未" lastIdx="1" clrIdx="1"/>
  <p:cmAuthor id="402" name="未知用户243" initials="未" lastIdx="1" clrIdx="0"/>
  <p:cmAuthor id="403" name="未知用户196" initials="未" lastIdx="1" clrIdx="0"/>
  <p:cmAuthor id="404" name="未知用户219" initials="未" lastIdx="6" clrIdx="0"/>
  <p:cmAuthor id="405" name="未知用户222" initials="未" lastIdx="1" clrIdx="0"/>
  <p:cmAuthor id="406" name="未知用户200" initials="未" lastIdx="8" clrIdx="0"/>
  <p:cmAuthor id="407" name="未知用户213" initials="未" lastIdx="1" clrIdx="0"/>
  <p:cmAuthor id="408" name="未知用户214" initials="未" lastIdx="2" clrIdx="0"/>
  <p:cmAuthor id="409" name="未知用户215" initials="未" lastIdx="1" clrIdx="0"/>
  <p:cmAuthor id="410" name="未知用户231" initials="未" lastIdx="1" clrIdx="0"/>
  <p:cmAuthor id="411" name="未知用户233" initials="未" lastIdx="11" clrIdx="0"/>
  <p:cmAuthor id="412" name="未知用户234" initials="未" lastIdx="7" clrIdx="1"/>
  <p:cmAuthor id="413" name="未知用户235" initials="未" lastIdx="1" clrIdx="2"/>
  <p:cmAuthor id="414" name="未知用户236" initials="未" lastIdx="1" clrIdx="0"/>
  <p:cmAuthor id="415" name="未知用户1" initials="未" lastIdx="2" clrIdx="0"/>
  <p:cmAuthor id="416" name="未知用户240" initials="未" lastIdx="2" clrIdx="0"/>
  <p:cmAuthor id="417" name="未知用户221" initials="未" lastIdx="44" clrIdx="1"/>
  <p:cmAuthor id="418" name="v15194" initials="v" lastIdx="5" clrIdx="87"/>
  <p:cmAuthor id="419" name="Carol Kelly" initials="C" lastIdx="1" clrIdx="0"/>
  <p:cmAuthor id="420" name="未知的使用者155" initials="未" lastIdx="1" clrIdx="0"/>
  <p:cmAuthor id="421" name="未知用户166" initials="未" lastIdx="0" clrIdx="1"/>
  <p:cmAuthor id="422" name="Unknown User55" initials="U" lastIdx="1" clrIdx="1"/>
  <p:cmAuthor id="423" name="未知用户343" initials="未" lastIdx="1" clrIdx="0"/>
  <p:cmAuthor id="424" name="Huipeng Cao" initials="H" lastIdx="1" clrIdx="0"/>
  <p:cmAuthor id="425" name="李 雷雨" initials="李" lastIdx="1" clrIdx="0"/>
  <p:cmAuthor id="426" name="91257" initials="9" lastIdx="0" clrIdx="1"/>
  <p:cmAuthor id="427" name="vicky" initials="v" lastIdx="2" clrIdx="1"/>
  <p:cmAuthor id="428" name="庆芳 许" initials="庆" lastIdx="1" clrIdx="0"/>
  <p:cmAuthor id="429" name="不明使用者2" initials="不" lastIdx="2" clrIdx="0"/>
  <p:cmAuthor id="430" name="不明使用者3" initials="不" lastIdx="1" clrIdx="0"/>
  <p:cmAuthor id="431" name="不明使用者4" initials="不" lastIdx="1" clrIdx="0"/>
  <p:cmAuthor id="432" name="不明使用者6" initials="不" lastIdx="1" clrIdx="0"/>
  <p:cmAuthor id="433" name="不明使用者5" initials="不" lastIdx="11" clrIdx="0"/>
  <p:cmAuthor id="434" name="不明使用者8" initials="不" lastIdx="43" clrIdx="1"/>
  <p:cmAuthor id="435" name="不明使用者9" initials="不" lastIdx="1" clrIdx="0"/>
  <p:cmAuthor id="436" name="不明使用者10" initials="不" lastIdx="0" clrIdx="0"/>
  <p:cmAuthor id="437" name="Think" initials="T" lastIdx="6" clrIdx="3"/>
  <p:cmAuthor id="438" name="敢 王" initials="敢" lastIdx="1" clrIdx="0"/>
  <p:cmAuthor id="439" name="邓 勇" initials="邓" lastIdx="1" clrIdx="0"/>
  <p:cmAuthor id="440" name="陈城" initials="陈" lastIdx="0" clrIdx="2"/>
  <p:cmAuthor id="441" name="Sharon" initials="S" lastIdx="1" clrIdx="2"/>
  <p:cmAuthor id="442" name="yangxy" initials="y" lastIdx="1" clrIdx="88"/>
  <p:cmAuthor id="443" name="Unknown User67" initials="U" lastIdx="1" clrIdx="0"/>
  <p:cmAuthor id="444" name="goulei" initials="g" lastIdx="2" clrIdx="41"/>
  <p:cmAuthor id="445" name="未知的使用者61" initials="未" lastIdx="1" clrIdx="0"/>
  <p:cmAuthor id="446" name="未知用户178" initials="未" lastIdx="1" clrIdx="0"/>
  <p:cmAuthor id="447" name="未知的使用者169" initials="未" lastIdx="1" clrIdx="0"/>
  <p:cmAuthor id="448" name="未知的使用者183" initials="未" lastIdx="5" clrIdx="1"/>
  <p:cmAuthor id="449" name="未知的使用者182" initials="未" lastIdx="1" clrIdx="1"/>
  <p:cmAuthor id="450" name="未知的使用者173" initials="未" lastIdx="1" clrIdx="0"/>
  <p:cmAuthor id="451" name="未知的使用者161" initials="未" lastIdx="1" clrIdx="0"/>
  <p:cmAuthor id="452" name="未知的使用者151" initials="未" lastIdx="1" clrIdx="0"/>
  <p:cmAuthor id="453" name="未知的使用者162" initials="未" lastIdx="1" clrIdx="0"/>
  <p:cmAuthor id="454" name="未知的使用者152" initials="未" lastIdx="1" clrIdx="0"/>
  <p:cmAuthor id="455" name="未知的使用者184" initials="未" lastIdx="8" clrIdx="0"/>
  <p:cmAuthor id="456" name="未知的使用者186" initials="未" lastIdx="1" clrIdx="0"/>
  <p:cmAuthor id="457" name="未知的使用者175" initials="未" lastIdx="8" clrIdx="0"/>
  <p:cmAuthor id="458" name="未知的使用者176" initials="未" lastIdx="1" clrIdx="0"/>
  <p:cmAuthor id="459" name="未知的使用者187" initials="未" lastIdx="2" clrIdx="0"/>
  <p:cmAuthor id="460" name="未知的使用者178" initials="未" lastIdx="1" clrIdx="0"/>
  <p:cmAuthor id="461" name="未知的使用者180" initials="未" lastIdx="2" clrIdx="0"/>
  <p:cmAuthor id="462" name="未知的使用者170" initials="未" lastIdx="43" clrIdx="1"/>
  <p:cmAuthor id="463" name="未知的使用者141" initials="未" lastIdx="8" clrIdx="0"/>
  <p:cmAuthor id="464" name="未知的使用者142" initials="未" lastIdx="1" clrIdx="0"/>
  <p:cmAuthor id="465" name="未知的使用者143" initials="未" lastIdx="1" clrIdx="0"/>
  <p:cmAuthor id="466" name="未知的使用者144" initials="未" lastIdx="1" clrIdx="0"/>
  <p:cmAuthor id="467" name="未知的使用者145" initials="未" lastIdx="1" clrIdx="0"/>
  <p:cmAuthor id="468" name="未知的使用者146" initials="未" lastIdx="1" clrIdx="0"/>
  <p:cmAuthor id="469" name="未知的使用者147" initials="未" lastIdx="1" clrIdx="0"/>
  <p:cmAuthor id="470" name="未知的使用者148" initials="未" lastIdx="8" clrIdx="0"/>
  <p:cmAuthor id="471" name="未知的使用者149" initials="未" lastIdx="8" clrIdx="0"/>
  <p:cmAuthor id="473" name="未知用户130" initials="未" lastIdx="1" clrIdx="1"/>
  <p:cmAuthor id="474" name="未知用户131" initials="未" lastIdx="1" clrIdx="2"/>
  <p:cmAuthor id="475" name="未知用户132" initials="未" lastIdx="1" clrIdx="0"/>
  <p:cmAuthor id="476" name="未知用户133" initials="未" lastIdx="1" clrIdx="0"/>
  <p:cmAuthor id="477" name="未知用户134" initials="未" lastIdx="10" clrIdx="0"/>
  <p:cmAuthor id="478" name="未知用户135" initials="未" lastIdx="1" clrIdx="0"/>
  <p:cmAuthor id="480" name="俊呈 賴" initials="俊" lastIdx="1" clrIdx="87"/>
  <p:cmAuthor id="481" name="未知的使用者204" initials="未" lastIdx="1" clrIdx="0"/>
  <p:cmAuthor id="482" name="Yoyo Wu" initials="Y" lastIdx="2" clrIdx="0"/>
  <p:cmAuthor id="483" name="zhangbin" initials="z" lastIdx="6" clrIdx="0"/>
  <p:cmAuthor id="484" name="Arno.Du(杜明星)" initials="A" lastIdx="0" clrIdx="0"/>
  <p:cmAuthor id="485" name="未知用户174" initials="未" lastIdx="1" clrIdx="0"/>
  <p:cmAuthor id="486" name="Unknown User27" initials="U" lastIdx="1" clrIdx="0"/>
  <p:cmAuthor id="487" name="未知的使用者221" initials="未" lastIdx="1" clrIdx="0"/>
  <p:cmAuthor id="488" name="未知的使用者222" initials="未" lastIdx="5" clrIdx="1"/>
  <p:cmAuthor id="489" name="未知的使用者223" initials="未" lastIdx="1" clrIdx="1"/>
  <p:cmAuthor id="490" name="未知的使用者224" initials="未" lastIdx="1" clrIdx="0"/>
  <p:cmAuthor id="491" name="未知的使用者225" initials="未" lastIdx="1" clrIdx="0"/>
  <p:cmAuthor id="492" name="未知的使用者226" initials="未" lastIdx="1" clrIdx="0"/>
  <p:cmAuthor id="493" name="未知的使用者227" initials="未" lastIdx="1" clrIdx="0"/>
  <p:cmAuthor id="494" name="未知的使用者217" initials="未" lastIdx="1" clrIdx="1"/>
  <p:cmAuthor id="495" name="未知的使用者218" initials="未" lastIdx="1" clrIdx="2"/>
  <p:cmAuthor id="496" name="未知的使用者219" initials="未" lastIdx="8" clrIdx="0"/>
  <p:cmAuthor id="497" name="未知的使用者220" initials="未" lastIdx="1" clrIdx="0"/>
  <p:cmAuthor id="498" name="未知的使用者228" initials="未" lastIdx="1" clrIdx="0"/>
  <p:cmAuthor id="499" name="未知的使用者229" initials="未" lastIdx="8" clrIdx="0"/>
  <p:cmAuthor id="500" name="未知的使用者230" initials="未" lastIdx="1" clrIdx="0"/>
  <p:cmAuthor id="501" name="未知的使用者231" initials="未" lastIdx="1" clrIdx="0"/>
  <p:cmAuthor id="502" name="未知的使用者232" initials="未" lastIdx="8" clrIdx="0"/>
  <p:cmAuthor id="503" name="未知的使用者233" initials="未" lastIdx="1" clrIdx="0"/>
  <p:cmAuthor id="504" name="未知的使用者234" initials="未" lastIdx="1" clrIdx="0"/>
  <p:cmAuthor id="505" name="未知的使用者130" initials="未" lastIdx="3" clrIdx="0"/>
  <p:cmAuthor id="506" name="未知的使用者131" initials="未" lastIdx="1" clrIdx="0"/>
  <p:cmAuthor id="507" name="未知的使用者132" initials="未" lastIdx="1" clrIdx="0"/>
  <p:cmAuthor id="508" name="Evonlin" initials="E" lastIdx="2" clrIdx="2"/>
  <p:cmAuthor id="509" name="未知的使用者235" initials="未" lastIdx="1" clrIdx="0"/>
  <p:cmAuthor id="510" name="未知的使用者236" initials="未" lastIdx="1" clrIdx="0"/>
  <p:cmAuthor id="511" name="未知的使用者237" initials="未" lastIdx="2" clrIdx="0"/>
  <p:cmAuthor id="512" name="未知的使用者238" initials="未" lastIdx="7" clrIdx="1"/>
  <p:cmAuthor id="513" name="未知的使用者239" initials="未" lastIdx="43" clrIdx="1"/>
  <p:cmAuthor id="514" name="未知的使用者136" initials="未" lastIdx="1" clrIdx="0"/>
  <p:cmAuthor id="515" name="未知的使用者134" initials="未" lastIdx="0" clrIdx="0"/>
  <p:cmAuthor id="516" name="未知的使用者206" initials="未" lastIdx="1" clrIdx="0"/>
  <p:cmAuthor id="517" name="Kent" initials="K" lastIdx="2" clrIdx="0"/>
  <p:cmAuthor id="518" name="梅芬 吳" initials="梅" lastIdx="1" clrIdx="85"/>
  <p:cmAuthor id="519" name="王嘉偉" initials="王" lastIdx="2" clrIdx="0"/>
  <p:cmAuthor id="520" name="未知的使用者210" initials="未" lastIdx="0" clrIdx="0"/>
  <p:cmAuthor id="521" name="未知的使用者211" initials="未" lastIdx="1" clrIdx="0"/>
  <p:cmAuthor id="47245819" name="群智集" initials="群" lastIdx="0" clrIdx="0"/>
  <p:cmAuthor id="522" name="未知的使用者212" initials="未" lastIdx="1" clrIdx="0"/>
  <p:cmAuthor id="47245820" name="郏 鹏" initials="郏" lastIdx="1" clrIdx="16"/>
  <p:cmAuthor id="523" name="未知的使用者213" initials="未" lastIdx="1" clrIdx="0"/>
  <p:cmAuthor id="47245821" name="郏鹏" initials="M" lastIdx="1" clrIdx="17"/>
  <p:cmAuthor id="524" name="未知的使用者214" initials="未" lastIdx="1" clrIdx="1"/>
  <p:cmAuthor id="525" name="未知的使用者215" initials="未" lastIdx="1" clrIdx="0"/>
  <p:cmAuthor id="526" name="未知的使用者216" initials="未" lastIdx="1" clrIdx="0"/>
  <p:cmAuthor id="287643682" name="z r" initials="zr" lastIdx="5" clrIdx="12"/>
  <p:cmAuthor id="527" name="王丽君" initials="王" lastIdx="4" clrIdx="0"/>
  <p:cmAuthor id="287643683" name="lc xue" initials="lx" lastIdx="1" clrIdx="22"/>
  <p:cmAuthor id="528" name="Xia Ting" initials="X" lastIdx="1" clrIdx="0"/>
  <p:cmAuthor id="287643684" name="孟芳芳（借调）" initials="V" lastIdx="2" clrIdx="37"/>
  <p:cmAuthor id="529" name="未知用户163" initials="未" lastIdx="8" clrIdx="0"/>
  <p:cmAuthor id="287643685" name="muxiaohan" initials="m" lastIdx="1" clrIdx="37"/>
  <p:cmAuthor id="530" name="未知用户164" initials="未" lastIdx="1" clrIdx="0"/>
  <p:cmAuthor id="287643686" name="YaoChunfen" initials="Y" lastIdx="1" clrIdx="39"/>
  <p:cmAuthor id="531" name="未知用户10" initials="未" lastIdx="1" clrIdx="0"/>
  <p:cmAuthor id="287643687" name="cheng" initials="c" lastIdx="13" clrIdx="0"/>
  <p:cmAuthor id="532" name="未知用户191" initials="未" lastIdx="1" clrIdx="0"/>
  <p:cmAuthor id="533" name="未知用户167" initials="未" lastIdx="1" clrIdx="0"/>
  <p:cmAuthor id="534" name="未知的使用者163" initials="未" lastIdx="1" clrIdx="0"/>
  <p:cmAuthor id="535" name="未知的使用者88" initials="未" lastIdx="1" clrIdx="1"/>
  <p:cmAuthor id="536" name="未知的使用者165" initials="未" lastIdx="1" clrIdx="0"/>
  <p:cmAuthor id="537" name="未知的使用者158" initials="未" lastIdx="1" clrIdx="0"/>
  <p:cmAuthor id="538" name="jerrychou" initials="j" lastIdx="1" clrIdx="4"/>
  <p:cmAuthor id="539" name="不明使用者12" initials="不" lastIdx="3" clrIdx="1"/>
  <p:cmAuthor id="540" name="不明使用者1" initials="不" lastIdx="0" clrIdx="0"/>
  <p:cmAuthor id="541" name="未知的使用者166" initials="未" lastIdx="8" clrIdx="0"/>
  <p:cmAuthor id="287643696" name="周君_MfIffYra" initials="authorId_375419134" lastIdx="0" clrIdx="0"/>
  <p:cmAuthor id="542" name="未知的使用者167" initials="未" lastIdx="0" clrIdx="1"/>
  <p:cmAuthor id="543" name="未知的使用者159" initials="未" lastIdx="1" clrIdx="1"/>
  <p:cmAuthor id="544" name="未知的使用者160" initials="未" lastIdx="1" clrIdx="0"/>
  <p:cmAuthor id="545" name="未知的使用者168" initials="未" lastIdx="1" clrIdx="0"/>
  <p:cmAuthor id="546" name="不明使用者7" initials="不" lastIdx="7" clrIdx="1"/>
  <p:cmAuthor id="547" name="未知用户120" initials="未" lastIdx="1" clrIdx="0"/>
  <p:cmAuthor id="548" name="未知用户122" initials="未" lastIdx="1" clrIdx="0"/>
  <p:cmAuthor id="549" name="未知用户139" initials="未" lastIdx="2" clrIdx="0"/>
  <p:cmAuthor id="550" name="不明使用者11" initials="不" lastIdx="1" clrIdx="0"/>
  <p:cmAuthor id="551" name="Unknown User24" initials="U" lastIdx="1" clrIdx="0"/>
  <p:cmAuthor id="552" name="未知用户141" initials="未" lastIdx="1" clrIdx="1"/>
  <p:cmAuthor id="553" name="未知用户145" initials="未" lastIdx="2" clrIdx="0"/>
  <p:cmAuthor id="554" name="未知用户119" initials="未" lastIdx="1" clrIdx="1"/>
  <p:cmAuthor id="555" name="未知用户140" initials="未" lastIdx="0" clrIdx="1"/>
  <p:cmAuthor id="556" name="未知用户143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7D"/>
    <a:srgbClr val="41016F"/>
    <a:srgbClr val="DA663B"/>
    <a:srgbClr val="FCE8E1"/>
    <a:srgbClr val="202021"/>
    <a:srgbClr val="DFA62A"/>
    <a:srgbClr val="EFF3F5"/>
    <a:srgbClr val="F2682A"/>
    <a:srgbClr val="FFFFFF"/>
    <a:srgbClr val="FF9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5" autoAdjust="0"/>
    <p:restoredTop sz="96215" autoAdjust="0"/>
  </p:normalViewPr>
  <p:slideViewPr>
    <p:cSldViewPr snapToGrid="0" showGuides="1">
      <p:cViewPr varScale="1">
        <p:scale>
          <a:sx n="78" d="100"/>
          <a:sy n="78" d="100"/>
        </p:scale>
        <p:origin x="60" y="768"/>
      </p:cViewPr>
      <p:guideLst>
        <p:guide pos="257"/>
        <p:guide pos="7423"/>
        <p:guide pos="347"/>
        <p:guide orient="horz" pos="595"/>
        <p:guide orient="horz" pos="4110"/>
        <p:guide orient="horz" pos="2001"/>
        <p:guide orient="horz" pos="14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516"/>
    </p:cViewPr>
  </p:sorterViewPr>
  <p:notesViewPr>
    <p:cSldViewPr snapToGrid="0">
      <p:cViewPr varScale="1">
        <p:scale>
          <a:sx n="70" d="100"/>
          <a:sy n="70" d="100"/>
        </p:scale>
        <p:origin x="293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2026/8/30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6C8D182-E4C8-4120-9249-FC9774456FFA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D0DACE-38E0-42D2-9336-2B707D34BC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703020204020201" charset="-122"/>
                <a:ea typeface="Microsoft YaHei" panose="020B07030202040202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703020204020201" charset="-122"/>
              <a:ea typeface="Microsoft YaHei" panose="020B07030202040202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无标题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8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0"/>
            <a:ext cx="6591300" cy="6845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画板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03" y="277495"/>
            <a:ext cx="1557655" cy="61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1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"/>
            <a:ext cx="12192000" cy="685762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0"/>
            <a:ext cx="6591300" cy="68453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画板 5">
            <a:extLst>
              <a:ext uri="{FF2B5EF4-FFF2-40B4-BE49-F238E27FC236}">
                <a16:creationId xmlns:a16="http://schemas.microsoft.com/office/drawing/2014/main" id="{03B5A8F4-522F-98C9-2722-58D47007BFA5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03" y="277495"/>
            <a:ext cx="1557655" cy="6134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画板 1@2x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18" y="172079"/>
            <a:ext cx="795020" cy="378460"/>
          </a:xfrm>
          <a:prstGeom prst="rect">
            <a:avLst/>
          </a:prstGeom>
        </p:spPr>
      </p:pic>
      <p:pic>
        <p:nvPicPr>
          <p:cNvPr id="5" name="图片 4" descr="分组 2 (2)">
            <a:extLst>
              <a:ext uri="{FF2B5EF4-FFF2-40B4-BE49-F238E27FC236}">
                <a16:creationId xmlns:a16="http://schemas.microsoft.com/office/drawing/2014/main" id="{9DAA8B1D-C647-495A-F523-CBAAA7B4F1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" y="89336"/>
            <a:ext cx="721995" cy="639445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5A9AB7-20F0-ED18-872E-B84856F2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A0BA55-6306-3F17-6C73-BB783E1D94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31712"/>
          <a:stretch>
            <a:fillRect/>
          </a:stretch>
        </p:blipFill>
        <p:spPr>
          <a:xfrm>
            <a:off x="0" y="2174802"/>
            <a:ext cx="12192000" cy="4683199"/>
          </a:xfrm>
          <a:custGeom>
            <a:avLst/>
            <a:gdLst>
              <a:gd name="connsiteX0" fmla="*/ 0 w 12192000"/>
              <a:gd name="connsiteY0" fmla="*/ 0 h 4683199"/>
              <a:gd name="connsiteX1" fmla="*/ 12192000 w 12192000"/>
              <a:gd name="connsiteY1" fmla="*/ 0 h 4683199"/>
              <a:gd name="connsiteX2" fmla="*/ 12192000 w 12192000"/>
              <a:gd name="connsiteY2" fmla="*/ 4683199 h 4683199"/>
              <a:gd name="connsiteX3" fmla="*/ 0 w 12192000"/>
              <a:gd name="connsiteY3" fmla="*/ 4683199 h 468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683199">
                <a:moveTo>
                  <a:pt x="0" y="0"/>
                </a:moveTo>
                <a:lnTo>
                  <a:pt x="12192000" y="0"/>
                </a:lnTo>
                <a:lnTo>
                  <a:pt x="12192000" y="4683199"/>
                </a:lnTo>
                <a:lnTo>
                  <a:pt x="0" y="4683199"/>
                </a:lnTo>
                <a:close/>
              </a:path>
            </a:pathLst>
          </a:cu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5DDC500-F9A2-747D-BEC1-F43C22D503FC}"/>
              </a:ext>
            </a:extLst>
          </p:cNvPr>
          <p:cNvSpPr/>
          <p:nvPr userDrawn="1"/>
        </p:nvSpPr>
        <p:spPr bwMode="auto">
          <a:xfrm>
            <a:off x="0" y="1722922"/>
            <a:ext cx="12192000" cy="5135078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0" marR="0" indent="0" algn="l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icrosoft YaHei"/>
              <a:ea typeface="Microsoft YaHei"/>
              <a:cs typeface="微软雅黑" panose="020B0503020204020204" charset="-122"/>
              <a:sym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465E-E2F0-E66A-3BB7-B010CDD2B008}"/>
              </a:ext>
            </a:extLst>
          </p:cNvPr>
          <p:cNvSpPr txBox="1"/>
          <p:nvPr userDrawn="1"/>
        </p:nvSpPr>
        <p:spPr>
          <a:xfrm>
            <a:off x="939927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A68CE-9FA7-456D-BE34-4C018B9CB8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847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画板 1@2x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18" y="172079"/>
            <a:ext cx="795020" cy="378460"/>
          </a:xfrm>
          <a:prstGeom prst="rect">
            <a:avLst/>
          </a:prstGeom>
        </p:spPr>
      </p:pic>
      <p:pic>
        <p:nvPicPr>
          <p:cNvPr id="5" name="图片 4" descr="分组 2 (2)">
            <a:extLst>
              <a:ext uri="{FF2B5EF4-FFF2-40B4-BE49-F238E27FC236}">
                <a16:creationId xmlns:a16="http://schemas.microsoft.com/office/drawing/2014/main" id="{9DAA8B1D-C647-495A-F523-CBAAA7B4F1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" y="89336"/>
            <a:ext cx="721995" cy="639445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5A9AB7-20F0-ED18-872E-B84856F2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465E-E2F0-E66A-3BB7-B010CDD2B008}"/>
              </a:ext>
            </a:extLst>
          </p:cNvPr>
          <p:cNvSpPr txBox="1"/>
          <p:nvPr userDrawn="1"/>
        </p:nvSpPr>
        <p:spPr>
          <a:xfrm>
            <a:off x="939927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A68CE-9FA7-456D-BE34-4C018B9CB8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5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5585A5A-3991-0FA7-232E-15307AD4FB23}"/>
              </a:ext>
            </a:extLst>
          </p:cNvPr>
          <p:cNvGrpSpPr/>
          <p:nvPr userDrawn="1"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E072785-8C7D-8107-ED2F-9CDC233189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t="7813" b="7813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5073BD2-6A2A-EFEA-E6ED-917AE91F453C}"/>
                </a:ext>
              </a:extLst>
            </p:cNvPr>
            <p:cNvSpPr/>
            <p:nvPr userDrawn="1"/>
          </p:nvSpPr>
          <p:spPr>
            <a:xfrm>
              <a:off x="0" y="837000"/>
              <a:ext cx="12192000" cy="602099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 Medium" panose="020B0600000000000000" charset="-122"/>
              </a:endParaRPr>
            </a:p>
          </p:txBody>
        </p:sp>
      </p:grpSp>
      <p:pic>
        <p:nvPicPr>
          <p:cNvPr id="4" name="图片 3" descr="画板 1@2x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18" y="172079"/>
            <a:ext cx="795020" cy="378460"/>
          </a:xfrm>
          <a:prstGeom prst="rect">
            <a:avLst/>
          </a:prstGeom>
        </p:spPr>
      </p:pic>
      <p:pic>
        <p:nvPicPr>
          <p:cNvPr id="5" name="图片 4" descr="分组 2 (2)">
            <a:extLst>
              <a:ext uri="{FF2B5EF4-FFF2-40B4-BE49-F238E27FC236}">
                <a16:creationId xmlns:a16="http://schemas.microsoft.com/office/drawing/2014/main" id="{9DAA8B1D-C647-495A-F523-CBAAA7B4F18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" y="89336"/>
            <a:ext cx="721995" cy="639445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5A9AB7-20F0-ED18-872E-B84856F2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465E-E2F0-E66A-3BB7-B010CDD2B008}"/>
              </a:ext>
            </a:extLst>
          </p:cNvPr>
          <p:cNvSpPr txBox="1"/>
          <p:nvPr userDrawn="1"/>
        </p:nvSpPr>
        <p:spPr>
          <a:xfrm>
            <a:off x="939927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A68CE-9FA7-456D-BE34-4C018B9CB8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8B592EA-90A2-909E-5506-AFE96171EC4D}"/>
              </a:ext>
            </a:extLst>
          </p:cNvPr>
          <p:cNvGrpSpPr/>
          <p:nvPr userDrawn="1"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7103F23-1C15-93BA-FD35-B072E62783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t="7813" b="7813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DCB1F86-D06F-2BCF-9311-FAC7809A4059}"/>
                </a:ext>
              </a:extLst>
            </p:cNvPr>
            <p:cNvSpPr/>
            <p:nvPr userDrawn="1"/>
          </p:nvSpPr>
          <p:spPr>
            <a:xfrm>
              <a:off x="0" y="837000"/>
              <a:ext cx="12192000" cy="602099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+mn-ea"/>
                <a:sym typeface="思源黑体 CN Medium" panose="020B06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4684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画板 1@2x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18" y="172079"/>
            <a:ext cx="795020" cy="378460"/>
          </a:xfrm>
          <a:prstGeom prst="rect">
            <a:avLst/>
          </a:prstGeom>
        </p:spPr>
      </p:pic>
      <p:pic>
        <p:nvPicPr>
          <p:cNvPr id="5" name="图片 4" descr="分组 2 (2)">
            <a:extLst>
              <a:ext uri="{FF2B5EF4-FFF2-40B4-BE49-F238E27FC236}">
                <a16:creationId xmlns:a16="http://schemas.microsoft.com/office/drawing/2014/main" id="{9DAA8B1D-C647-495A-F523-CBAAA7B4F1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" y="89336"/>
            <a:ext cx="721995" cy="639445"/>
          </a:xfrm>
          <a:prstGeom prst="rect">
            <a:avLst/>
          </a:prstGeom>
        </p:spPr>
      </p:pic>
      <p:pic>
        <p:nvPicPr>
          <p:cNvPr id="2" name="图片 1" descr="组 2">
            <a:extLst>
              <a:ext uri="{FF2B5EF4-FFF2-40B4-BE49-F238E27FC236}">
                <a16:creationId xmlns:a16="http://schemas.microsoft.com/office/drawing/2014/main" id="{EF830C7F-A6B0-6655-8372-B9C7756659B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31030"/>
            <a:ext cx="12192000" cy="2426970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95A9AB7-20F0-ED18-872E-B84856F2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00" y="126000"/>
            <a:ext cx="10071779" cy="52135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F465E-E2F0-E66A-3BB7-B010CDD2B008}"/>
              </a:ext>
            </a:extLst>
          </p:cNvPr>
          <p:cNvSpPr txBox="1"/>
          <p:nvPr userDrawn="1"/>
        </p:nvSpPr>
        <p:spPr>
          <a:xfrm>
            <a:off x="9399270" y="64706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A68CE-9FA7-456D-BE34-4C018B9CB8B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96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61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1365" cy="6858000"/>
            <a:chOff x="0" y="0"/>
            <a:chExt cx="19199" cy="10800"/>
          </a:xfrm>
        </p:grpSpPr>
        <p:pic>
          <p:nvPicPr>
            <p:cNvPr id="4" name="图片 3" descr="88929367ef51bbfd3221055d73a8aca025faffcc1007e-e5eEw0_fw120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9303" cy="10800"/>
            </a:xfrm>
            <a:prstGeom prst="rect">
              <a:avLst/>
            </a:prstGeom>
          </p:spPr>
        </p:pic>
        <p:pic>
          <p:nvPicPr>
            <p:cNvPr id="6" name="图片 5" descr="88929367ef51bbfd3221055d73a8aca025faffcc1007e-e5eEw0_fw1200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>
              <a:off x="9166" y="0"/>
              <a:ext cx="10033" cy="10800"/>
            </a:xfrm>
            <a:prstGeom prst="rect">
              <a:avLst/>
            </a:prstGeom>
          </p:spPr>
        </p:pic>
      </p:grpSp>
      <p:pic>
        <p:nvPicPr>
          <p:cNvPr id="8" name="图片 7" descr="组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55" y="563880"/>
            <a:ext cx="11189970" cy="6294120"/>
          </a:xfrm>
          <a:prstGeom prst="rect">
            <a:avLst/>
          </a:prstGeom>
        </p:spPr>
      </p:pic>
      <p:pic>
        <p:nvPicPr>
          <p:cNvPr id="5" name="图片 4" descr="画板 5">
            <a:extLst>
              <a:ext uri="{FF2B5EF4-FFF2-40B4-BE49-F238E27FC236}">
                <a16:creationId xmlns:a16="http://schemas.microsoft.com/office/drawing/2014/main" id="{18D7C442-59DD-3647-40DB-1F62F6ED68E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03" y="277495"/>
            <a:ext cx="1557655" cy="61341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91" r:id="rId3"/>
    <p:sldLayoutId id="2147483694" r:id="rId4"/>
    <p:sldLayoutId id="2147483650" r:id="rId5"/>
    <p:sldLayoutId id="2147483689" r:id="rId6"/>
    <p:sldLayoutId id="2147483690" r:id="rId7"/>
    <p:sldLayoutId id="2147483692" r:id="rId8"/>
    <p:sldLayoutId id="2147483653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87BE08-C989-045B-6CBF-45499DA657C5}"/>
              </a:ext>
            </a:extLst>
          </p:cNvPr>
          <p:cNvSpPr/>
          <p:nvPr/>
        </p:nvSpPr>
        <p:spPr>
          <a:xfrm>
            <a:off x="2333297" y="0"/>
            <a:ext cx="9858704" cy="685800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0000">
                <a:schemeClr val="accent1">
                  <a:lumMod val="30000"/>
                  <a:lumOff val="70000"/>
                  <a:alpha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 Light"/>
              <a:cs typeface="+mn-cs"/>
            </a:endParaRPr>
          </a:p>
        </p:txBody>
      </p:sp>
      <p:sp>
        <p:nvSpPr>
          <p:cNvPr id="9" name="文本框 8"/>
          <p:cNvSpPr txBox="1"/>
          <p:nvPr userDrawn="1">
            <p:custDataLst>
              <p:tags r:id="rId1"/>
            </p:custDataLst>
          </p:nvPr>
        </p:nvSpPr>
        <p:spPr>
          <a:xfrm>
            <a:off x="555905" y="2198756"/>
            <a:ext cx="8206547" cy="2326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1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icrosoft YaHei Bold" panose="020B0703020204020201" charset="-122"/>
                <a:ea typeface="Microsoft YaHei Bold" panose="020B0703020204020201" charset="-122"/>
                <a:cs typeface="Arial" panose="020B0704020202020204" pitchFamily="34" charset="0"/>
              </a:rPr>
              <a:t>中广核 </a:t>
            </a:r>
            <a:r>
              <a:rPr kumimoji="0" lang="en-US" altLang="zh-CN" sz="4400" b="1" i="0" u="none" strike="noStrike" kern="1200" cap="none" spc="1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icrosoft YaHei Bold" panose="020B0703020204020201" charset="-122"/>
                <a:ea typeface="Microsoft YaHei Bold" panose="020B0703020204020201" charset="-122"/>
                <a:cs typeface="Arial" panose="020B0704020202020204" pitchFamily="34" charset="0"/>
              </a:rPr>
              <a:t>iCCM </a:t>
            </a:r>
            <a:r>
              <a:rPr kumimoji="0" lang="zh-CN" altLang="en-US" sz="4400" b="1" i="0" u="none" strike="noStrike" kern="1200" cap="none" spc="1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icrosoft YaHei Bold" panose="020B0703020204020201" charset="-122"/>
                <a:ea typeface="Microsoft YaHei Bold" panose="020B0703020204020201" charset="-122"/>
                <a:cs typeface="Arial" panose="020B0704020202020204" pitchFamily="34" charset="0"/>
              </a:rPr>
              <a:t>设备管理平台</a:t>
            </a:r>
            <a:endParaRPr kumimoji="0" lang="en-US" altLang="zh-CN" sz="4400" b="1" i="0" u="none" strike="noStrike" kern="1200" cap="none" spc="10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icrosoft YaHei Bold" panose="020B0703020204020201" charset="-122"/>
              <a:ea typeface="Microsoft YaHei Bold" panose="020B0703020204020201" charset="-122"/>
              <a:cs typeface="Arial" panose="020B07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10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icrosoft YaHei Bold" panose="020B0703020204020201" charset="-122"/>
                <a:ea typeface="Microsoft YaHei Bold" panose="020B0703020204020201" charset="-122"/>
                <a:cs typeface="Arial" panose="020B0704020202020204" pitchFamily="34" charset="0"/>
              </a:rPr>
              <a:t>智能问答初步交流</a:t>
            </a:r>
            <a:endParaRPr kumimoji="0" lang="en-US" altLang="zh-CN" sz="4400" b="1" i="0" u="none" strike="noStrike" kern="1200" cap="none" spc="10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icrosoft YaHei Bold" panose="020B0703020204020201" charset="-122"/>
              <a:ea typeface="Microsoft YaHei Bold" panose="020B0703020204020201" charset="-122"/>
              <a:cs typeface="Arial" panose="020B07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-15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704020202020204" pitchFamily="34" charset="0"/>
              </a:rPr>
              <a:t>数据可问、答案有据、过程可追溯</a:t>
            </a:r>
            <a:endParaRPr kumimoji="0" lang="en-US" altLang="zh-CN" sz="3600" b="1" i="0" u="none" strike="noStrike" kern="1200" cap="none" spc="-15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13" name="文本框 12"/>
          <p:cNvSpPr txBox="1"/>
          <p:nvPr userDrawn="1">
            <p:custDataLst>
              <p:tags r:id="rId2"/>
            </p:custDataLst>
          </p:nvPr>
        </p:nvSpPr>
        <p:spPr>
          <a:xfrm>
            <a:off x="583404" y="5781332"/>
            <a:ext cx="36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spc="100">
                <a:solidFill>
                  <a:srgbClr val="44546A"/>
                </a:solidFill>
                <a:latin typeface="+mn-ea"/>
                <a:cs typeface="Arial" panose="020B0704020202020204" pitchFamily="34" charset="0"/>
              </a:defRPr>
            </a:lvl1pPr>
          </a:lstStyle>
          <a:p>
            <a:r>
              <a:rPr lang="zh-CN" altLang="en-US"/>
              <a:t>股票代码：</a:t>
            </a:r>
            <a:r>
              <a:rPr lang="en-US" altLang="zh-CN" spc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SZ 300634</a:t>
            </a:r>
            <a:endParaRPr lang="en-US" altLang="zh-CN" spc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4BE0B6-452C-6450-EDC7-9AF6386D97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83404" y="5467366"/>
            <a:ext cx="36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>
                <a:solidFill>
                  <a:srgbClr val="44546A"/>
                </a:solidFill>
                <a:latin typeface="+mn-ea"/>
                <a:cs typeface="Arial" panose="020B0704020202020204" pitchFamily="34" charset="0"/>
              </a:rPr>
              <a:t>彩讯科技股份有限公司</a:t>
            </a:r>
            <a:endParaRPr kumimoji="0" lang="zh-CN" altLang="en-US" sz="1600" b="0" i="0" u="none" strike="noStrike" kern="1200" cap="none" spc="10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+mn-ea"/>
              <a:cs typeface="Arial" panose="020B07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DDE84DA-9805-2FBA-0387-27541E343D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91956" y="5359709"/>
            <a:ext cx="504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6053F-AF01-BE16-B80A-8ADB4F7B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BDC1B0-CBC0-ED9F-9111-3F3282DEEA96}"/>
              </a:ext>
            </a:extLst>
          </p:cNvPr>
          <p:cNvGrpSpPr/>
          <p:nvPr/>
        </p:nvGrpSpPr>
        <p:grpSpPr>
          <a:xfrm>
            <a:off x="0" y="1698171"/>
            <a:ext cx="12192000" cy="5159829"/>
            <a:chOff x="0" y="1698171"/>
            <a:chExt cx="12192000" cy="515982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4B76EFA-2CA9-0F82-0520-053AA941B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1701303"/>
              <a:ext cx="12192000" cy="5156697"/>
            </a:xfrm>
            <a:custGeom>
              <a:avLst/>
              <a:gdLst>
                <a:gd name="connsiteX0" fmla="*/ 0 w 12186357"/>
                <a:gd name="connsiteY0" fmla="*/ 0 h 5156697"/>
                <a:gd name="connsiteX1" fmla="*/ 12186357 w 12186357"/>
                <a:gd name="connsiteY1" fmla="*/ 0 h 5156697"/>
                <a:gd name="connsiteX2" fmla="*/ 12186357 w 12186357"/>
                <a:gd name="connsiteY2" fmla="*/ 5156697 h 5156697"/>
                <a:gd name="connsiteX3" fmla="*/ 0 w 12186357"/>
                <a:gd name="connsiteY3" fmla="*/ 5156697 h 515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86357" h="5156697">
                  <a:moveTo>
                    <a:pt x="0" y="0"/>
                  </a:moveTo>
                  <a:lnTo>
                    <a:pt x="12186357" y="0"/>
                  </a:lnTo>
                  <a:lnTo>
                    <a:pt x="12186357" y="5156697"/>
                  </a:lnTo>
                  <a:lnTo>
                    <a:pt x="0" y="5156697"/>
                  </a:lnTo>
                  <a:close/>
                </a:path>
              </a:pathLst>
            </a:cu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50AC8E3-8E86-FB66-20FD-22FB0290FAA6}"/>
                </a:ext>
              </a:extLst>
            </p:cNvPr>
            <p:cNvSpPr/>
            <p:nvPr/>
          </p:nvSpPr>
          <p:spPr bwMode="auto">
            <a:xfrm>
              <a:off x="0" y="1698171"/>
              <a:ext cx="12192000" cy="5159829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12700">
              <a:noFill/>
            </a:ln>
          </p:spPr>
          <p:txBody>
            <a:bodyPr wrap="square" lIns="72000" tIns="72000" rIns="72000" bIns="72000" rtlCol="0" anchor="ctr">
              <a:noAutofit/>
            </a:bodyPr>
            <a:lstStyle/>
            <a:p>
              <a:pPr marL="0" marR="0" indent="0" algn="l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icrosoft YaHei"/>
                <a:ea typeface="Microsoft YaHei"/>
                <a:cs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291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方能演亦1">
            <a:extLst>
              <a:ext uri="{FF2B5EF4-FFF2-40B4-BE49-F238E27FC236}">
                <a16:creationId xmlns:a16="http://schemas.microsoft.com/office/drawing/2014/main" id="{2ADD83AC-4C7D-3812-0BBF-C9E11EF1718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600" dirty="0">
                <a:solidFill>
                  <a:schemeClr val="bg1">
                    <a:alpha val="1000"/>
                  </a:schemeClr>
                </a:solidFill>
              </a:rPr>
              <a:t>演亦文化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103" name="方能演亦2">
            <a:extLst>
              <a:ext uri="{FF2B5EF4-FFF2-40B4-BE49-F238E27FC236}">
                <a16:creationId xmlns:a16="http://schemas.microsoft.com/office/drawing/2014/main" id="{9B4FD6C7-9965-1B2C-B8C0-AEF882375076}"/>
              </a:ext>
            </a:extLst>
          </p:cNvPr>
          <p:cNvSpPr txBox="1"/>
          <p:nvPr/>
        </p:nvSpPr>
        <p:spPr>
          <a:xfrm>
            <a:off x="1463162" y="-1288158"/>
            <a:ext cx="9265678" cy="92486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9500">
                <a:gradFill>
                  <a:gsLst>
                    <a:gs pos="9000">
                      <a:schemeClr val="accent1">
                        <a:lumMod val="0"/>
                        <a:lumOff val="100000"/>
                        <a:alpha val="74000"/>
                      </a:schemeClr>
                    </a:gs>
                    <a:gs pos="71000">
                      <a:schemeClr val="accent2">
                        <a:lumMod val="0"/>
                        <a:lumOff val="100000"/>
                        <a:alpha val="0"/>
                      </a:schemeClr>
                    </a:gs>
                  </a:gsLst>
                  <a:lin ang="5400000" scaled="0"/>
                </a:gradFill>
                <a:latin typeface="Bebas Neue" panose="020B0606020202050201" pitchFamily="34" charset="0"/>
              </a:rPr>
              <a:t>one</a:t>
            </a:r>
            <a:endParaRPr lang="zh-CN" altLang="en-US" sz="59500" dirty="0">
              <a:gradFill>
                <a:gsLst>
                  <a:gs pos="9000">
                    <a:schemeClr val="accent1">
                      <a:lumMod val="0"/>
                      <a:lumOff val="100000"/>
                      <a:alpha val="74000"/>
                    </a:schemeClr>
                  </a:gs>
                  <a:gs pos="71000">
                    <a:schemeClr val="accent2">
                      <a:lumMod val="0"/>
                      <a:lumOff val="100000"/>
                      <a:alpha val="0"/>
                    </a:schemeClr>
                  </a:gs>
                </a:gsLst>
                <a:lin ang="5400000" scaled="0"/>
              </a:gradFill>
              <a:latin typeface="Bebas Neue" panose="020B0606020202050201" pitchFamily="34" charset="0"/>
            </a:endParaRPr>
          </a:p>
        </p:txBody>
      </p:sp>
      <p:grpSp>
        <p:nvGrpSpPr>
          <p:cNvPr id="133" name="方能演亦3">
            <a:extLst>
              <a:ext uri="{FF2B5EF4-FFF2-40B4-BE49-F238E27FC236}">
                <a16:creationId xmlns:a16="http://schemas.microsoft.com/office/drawing/2014/main" id="{DC606BC5-E872-0BA0-B562-BB3403F16A53}"/>
              </a:ext>
            </a:extLst>
          </p:cNvPr>
          <p:cNvGrpSpPr/>
          <p:nvPr/>
        </p:nvGrpSpPr>
        <p:grpSpPr>
          <a:xfrm>
            <a:off x="895968" y="849680"/>
            <a:ext cx="10400064" cy="10400064"/>
            <a:chOff x="895968" y="2839318"/>
            <a:chExt cx="10400064" cy="10400064"/>
          </a:xfrm>
        </p:grpSpPr>
        <p:sp>
          <p:nvSpPr>
            <p:cNvPr id="106" name="方能演亦3-1">
              <a:extLst>
                <a:ext uri="{FF2B5EF4-FFF2-40B4-BE49-F238E27FC236}">
                  <a16:creationId xmlns:a16="http://schemas.microsoft.com/office/drawing/2014/main" id="{1AE99536-E3FE-2B27-2A0F-919BB4674657}"/>
                </a:ext>
              </a:extLst>
            </p:cNvPr>
            <p:cNvSpPr/>
            <p:nvPr/>
          </p:nvSpPr>
          <p:spPr>
            <a:xfrm>
              <a:off x="2259838" y="4008280"/>
              <a:ext cx="7672324" cy="76723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0"/>
                    <a:lumMod val="5000"/>
                    <a:lumOff val="95000"/>
                  </a:schemeClr>
                </a:gs>
                <a:gs pos="100000">
                  <a:schemeClr val="accent1">
                    <a:lumMod val="75000"/>
                    <a:alpha val="46000"/>
                  </a:schemeClr>
                </a:gs>
              </a:gsLst>
              <a:lin ang="5400000" scaled="0"/>
              <a:tileRect/>
            </a:gradFill>
            <a:ln>
              <a:noFill/>
            </a:ln>
            <a:scene3d>
              <a:camera prst="orthographicFront">
                <a:rot lat="16799984" lon="0" rev="0"/>
              </a:camera>
              <a:lightRig rig="contrasting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方能演亦3-2">
              <a:extLst>
                <a:ext uri="{FF2B5EF4-FFF2-40B4-BE49-F238E27FC236}">
                  <a16:creationId xmlns:a16="http://schemas.microsoft.com/office/drawing/2014/main" id="{9030D204-72DB-FA06-F1CD-749021881B78}"/>
                </a:ext>
              </a:extLst>
            </p:cNvPr>
            <p:cNvSpPr/>
            <p:nvPr/>
          </p:nvSpPr>
          <p:spPr>
            <a:xfrm>
              <a:off x="895968" y="2839318"/>
              <a:ext cx="10400064" cy="10400064"/>
            </a:xfrm>
            <a:prstGeom prst="ellipse">
              <a:avLst/>
            </a:prstGeom>
            <a:noFill/>
            <a:ln>
              <a:gradFill>
                <a:gsLst>
                  <a:gs pos="1000">
                    <a:schemeClr val="accent1">
                      <a:lumMod val="5000"/>
                      <a:lumOff val="95000"/>
                      <a:alpha val="0"/>
                    </a:schemeClr>
                  </a:gs>
                  <a:gs pos="77000">
                    <a:schemeClr val="accent1">
                      <a:lumMod val="75000"/>
                      <a:alpha val="71000"/>
                    </a:schemeClr>
                  </a:gs>
                </a:gsLst>
                <a:lin ang="5400000" scaled="1"/>
              </a:gradFill>
            </a:ln>
            <a:scene3d>
              <a:camera prst="orthographicFront">
                <a:rot lat="16799984" lon="0" rev="0"/>
              </a:camera>
              <a:lightRig rig="contrasting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5" name="方能演亦3-3">
              <a:extLst>
                <a:ext uri="{FF2B5EF4-FFF2-40B4-BE49-F238E27FC236}">
                  <a16:creationId xmlns:a16="http://schemas.microsoft.com/office/drawing/2014/main" id="{6941976E-C54E-32F6-F2EC-A6DC1D625492}"/>
                </a:ext>
              </a:extLst>
            </p:cNvPr>
            <p:cNvSpPr/>
            <p:nvPr/>
          </p:nvSpPr>
          <p:spPr>
            <a:xfrm>
              <a:off x="3742658" y="5221868"/>
              <a:ext cx="4680300" cy="494732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0"/>
                    <a:lumMod val="5000"/>
                    <a:lumOff val="95000"/>
                  </a:schemeClr>
                </a:gs>
                <a:gs pos="100000">
                  <a:schemeClr val="accent1">
                    <a:lumMod val="75000"/>
                    <a:alpha val="32000"/>
                  </a:schemeClr>
                </a:gs>
              </a:gsLst>
              <a:lin ang="5400000" scaled="0"/>
              <a:tileRect/>
            </a:gradFill>
            <a:ln>
              <a:noFill/>
            </a:ln>
            <a:scene3d>
              <a:camera prst="orthographicFront">
                <a:rot lat="16799984" lon="0" rev="0"/>
              </a:camera>
              <a:lightRig rig="contrasting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7" name="方能演亦4" hidden="1">
            <a:extLst>
              <a:ext uri="{FF2B5EF4-FFF2-40B4-BE49-F238E27FC236}">
                <a16:creationId xmlns:a16="http://schemas.microsoft.com/office/drawing/2014/main" id="{9AFFD5A3-5851-69B0-376B-73C32D2FB82F}"/>
              </a:ext>
            </a:extLst>
          </p:cNvPr>
          <p:cNvGrpSpPr>
            <a:grpSpLocks/>
          </p:cNvGrpSpPr>
          <p:nvPr/>
        </p:nvGrpSpPr>
        <p:grpSpPr>
          <a:xfrm>
            <a:off x="4217826" y="485320"/>
            <a:ext cx="3756348" cy="5465269"/>
            <a:chOff x="14536918" y="485318"/>
            <a:chExt cx="3756348" cy="5465269"/>
          </a:xfrm>
        </p:grpSpPr>
        <p:sp>
          <p:nvSpPr>
            <p:cNvPr id="135" name="方能演亦4-1">
              <a:extLst>
                <a:ext uri="{FF2B5EF4-FFF2-40B4-BE49-F238E27FC236}">
                  <a16:creationId xmlns:a16="http://schemas.microsoft.com/office/drawing/2014/main" id="{5DD638F4-96AF-0033-2CBF-8940EE51D30A}"/>
                </a:ext>
              </a:extLst>
            </p:cNvPr>
            <p:cNvSpPr txBox="1"/>
            <p:nvPr/>
          </p:nvSpPr>
          <p:spPr>
            <a:xfrm rot="1912627">
              <a:off x="15427781" y="2098912"/>
              <a:ext cx="1538263" cy="2238086"/>
            </a:xfrm>
            <a:custGeom>
              <a:avLst/>
              <a:gdLst/>
              <a:ahLst/>
              <a:cxnLst/>
              <a:rect l="l" t="t" r="r" b="b"/>
              <a:pathLst>
                <a:path w="113313" h="164864">
                  <a:moveTo>
                    <a:pt x="12631" y="0"/>
                  </a:moveTo>
                  <a:lnTo>
                    <a:pt x="107956" y="0"/>
                  </a:lnTo>
                  <a:lnTo>
                    <a:pt x="107956" y="29021"/>
                  </a:lnTo>
                  <a:lnTo>
                    <a:pt x="43327" y="29021"/>
                  </a:lnTo>
                  <a:lnTo>
                    <a:pt x="39197" y="63066"/>
                  </a:lnTo>
                  <a:cubicBezTo>
                    <a:pt x="42025" y="60908"/>
                    <a:pt x="45559" y="59159"/>
                    <a:pt x="49801" y="57820"/>
                  </a:cubicBezTo>
                  <a:cubicBezTo>
                    <a:pt x="54043" y="56480"/>
                    <a:pt x="58694" y="55736"/>
                    <a:pt x="63754" y="55587"/>
                  </a:cubicBezTo>
                  <a:cubicBezTo>
                    <a:pt x="79678" y="55289"/>
                    <a:pt x="91919" y="59922"/>
                    <a:pt x="100477" y="69484"/>
                  </a:cubicBezTo>
                  <a:cubicBezTo>
                    <a:pt x="109035" y="79046"/>
                    <a:pt x="113313" y="92608"/>
                    <a:pt x="113313" y="110170"/>
                  </a:cubicBezTo>
                  <a:cubicBezTo>
                    <a:pt x="113313" y="125425"/>
                    <a:pt x="108439" y="138354"/>
                    <a:pt x="98691" y="148958"/>
                  </a:cubicBezTo>
                  <a:cubicBezTo>
                    <a:pt x="88943" y="159562"/>
                    <a:pt x="74990" y="164864"/>
                    <a:pt x="56833" y="164864"/>
                  </a:cubicBezTo>
                  <a:cubicBezTo>
                    <a:pt x="41355" y="164864"/>
                    <a:pt x="27923" y="160585"/>
                    <a:pt x="16538" y="152028"/>
                  </a:cubicBezTo>
                  <a:cubicBezTo>
                    <a:pt x="5153" y="143470"/>
                    <a:pt x="-354" y="132159"/>
                    <a:pt x="18" y="118095"/>
                  </a:cubicBezTo>
                  <a:lnTo>
                    <a:pt x="241" y="117425"/>
                  </a:lnTo>
                  <a:lnTo>
                    <a:pt x="37076" y="115193"/>
                  </a:lnTo>
                  <a:cubicBezTo>
                    <a:pt x="37076" y="121667"/>
                    <a:pt x="38881" y="126727"/>
                    <a:pt x="42490" y="130373"/>
                  </a:cubicBezTo>
                  <a:cubicBezTo>
                    <a:pt x="46099" y="134020"/>
                    <a:pt x="50880" y="135843"/>
                    <a:pt x="56833" y="135843"/>
                  </a:cubicBezTo>
                  <a:cubicBezTo>
                    <a:pt x="63679" y="135843"/>
                    <a:pt x="68535" y="133443"/>
                    <a:pt x="71400" y="128643"/>
                  </a:cubicBezTo>
                  <a:cubicBezTo>
                    <a:pt x="74265" y="123843"/>
                    <a:pt x="75697" y="117760"/>
                    <a:pt x="75697" y="110393"/>
                  </a:cubicBezTo>
                  <a:cubicBezTo>
                    <a:pt x="75697" y="101463"/>
                    <a:pt x="74097" y="94431"/>
                    <a:pt x="70897" y="89297"/>
                  </a:cubicBezTo>
                  <a:cubicBezTo>
                    <a:pt x="67698" y="84162"/>
                    <a:pt x="62637" y="81595"/>
                    <a:pt x="55717" y="81595"/>
                  </a:cubicBezTo>
                  <a:cubicBezTo>
                    <a:pt x="50657" y="81595"/>
                    <a:pt x="46583" y="82674"/>
                    <a:pt x="43494" y="84832"/>
                  </a:cubicBezTo>
                  <a:cubicBezTo>
                    <a:pt x="40406" y="86990"/>
                    <a:pt x="38267" y="89706"/>
                    <a:pt x="37076" y="92980"/>
                  </a:cubicBezTo>
                  <a:lnTo>
                    <a:pt x="3255" y="91083"/>
                  </a:lnTo>
                  <a:close/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>
                <a:defRPr sz="8800" b="1"/>
              </a:lvl1pPr>
            </a:lstStyle>
            <a:p>
              <a:endParaRPr lang="zh-CN" altLang="en-US" dirty="0"/>
            </a:p>
          </p:txBody>
        </p:sp>
        <p:sp>
          <p:nvSpPr>
            <p:cNvPr id="166" name="方能演亦4-2">
              <a:extLst>
                <a:ext uri="{FF2B5EF4-FFF2-40B4-BE49-F238E27FC236}">
                  <a16:creationId xmlns:a16="http://schemas.microsoft.com/office/drawing/2014/main" id="{B5359E15-CD7C-7436-2FA6-1FCD76356290}"/>
                </a:ext>
              </a:extLst>
            </p:cNvPr>
            <p:cNvSpPr txBox="1"/>
            <p:nvPr/>
          </p:nvSpPr>
          <p:spPr>
            <a:xfrm>
              <a:off x="14536918" y="485318"/>
              <a:ext cx="3756348" cy="5465269"/>
            </a:xfrm>
            <a:custGeom>
              <a:avLst/>
              <a:gdLst/>
              <a:ahLst/>
              <a:cxnLst/>
              <a:rect l="l" t="t" r="r" b="b"/>
              <a:pathLst>
                <a:path w="113313" h="164864">
                  <a:moveTo>
                    <a:pt x="12631" y="0"/>
                  </a:moveTo>
                  <a:lnTo>
                    <a:pt x="107956" y="0"/>
                  </a:lnTo>
                  <a:lnTo>
                    <a:pt x="107956" y="29021"/>
                  </a:lnTo>
                  <a:lnTo>
                    <a:pt x="43327" y="29021"/>
                  </a:lnTo>
                  <a:lnTo>
                    <a:pt x="39197" y="63066"/>
                  </a:lnTo>
                  <a:cubicBezTo>
                    <a:pt x="42025" y="60908"/>
                    <a:pt x="45559" y="59159"/>
                    <a:pt x="49801" y="57820"/>
                  </a:cubicBezTo>
                  <a:cubicBezTo>
                    <a:pt x="54043" y="56480"/>
                    <a:pt x="58694" y="55736"/>
                    <a:pt x="63754" y="55587"/>
                  </a:cubicBezTo>
                  <a:cubicBezTo>
                    <a:pt x="79678" y="55289"/>
                    <a:pt x="91919" y="59922"/>
                    <a:pt x="100477" y="69484"/>
                  </a:cubicBezTo>
                  <a:cubicBezTo>
                    <a:pt x="109035" y="79046"/>
                    <a:pt x="113313" y="92608"/>
                    <a:pt x="113313" y="110170"/>
                  </a:cubicBezTo>
                  <a:cubicBezTo>
                    <a:pt x="113313" y="125425"/>
                    <a:pt x="108439" y="138354"/>
                    <a:pt x="98691" y="148958"/>
                  </a:cubicBezTo>
                  <a:cubicBezTo>
                    <a:pt x="88943" y="159562"/>
                    <a:pt x="74990" y="164864"/>
                    <a:pt x="56833" y="164864"/>
                  </a:cubicBezTo>
                  <a:cubicBezTo>
                    <a:pt x="41355" y="164864"/>
                    <a:pt x="27923" y="160585"/>
                    <a:pt x="16538" y="152028"/>
                  </a:cubicBezTo>
                  <a:cubicBezTo>
                    <a:pt x="5153" y="143470"/>
                    <a:pt x="-354" y="132159"/>
                    <a:pt x="18" y="118095"/>
                  </a:cubicBezTo>
                  <a:lnTo>
                    <a:pt x="241" y="117425"/>
                  </a:lnTo>
                  <a:lnTo>
                    <a:pt x="37076" y="115193"/>
                  </a:lnTo>
                  <a:cubicBezTo>
                    <a:pt x="37076" y="121667"/>
                    <a:pt x="38881" y="126727"/>
                    <a:pt x="42490" y="130373"/>
                  </a:cubicBezTo>
                  <a:cubicBezTo>
                    <a:pt x="46099" y="134020"/>
                    <a:pt x="50880" y="135843"/>
                    <a:pt x="56833" y="135843"/>
                  </a:cubicBezTo>
                  <a:cubicBezTo>
                    <a:pt x="63679" y="135843"/>
                    <a:pt x="68535" y="133443"/>
                    <a:pt x="71400" y="128643"/>
                  </a:cubicBezTo>
                  <a:cubicBezTo>
                    <a:pt x="74265" y="123843"/>
                    <a:pt x="75697" y="117760"/>
                    <a:pt x="75697" y="110393"/>
                  </a:cubicBezTo>
                  <a:cubicBezTo>
                    <a:pt x="75697" y="101463"/>
                    <a:pt x="74097" y="94431"/>
                    <a:pt x="70897" y="89297"/>
                  </a:cubicBezTo>
                  <a:cubicBezTo>
                    <a:pt x="67698" y="84162"/>
                    <a:pt x="62637" y="81595"/>
                    <a:pt x="55717" y="81595"/>
                  </a:cubicBezTo>
                  <a:cubicBezTo>
                    <a:pt x="50657" y="81595"/>
                    <a:pt x="46583" y="82674"/>
                    <a:pt x="43494" y="84832"/>
                  </a:cubicBezTo>
                  <a:cubicBezTo>
                    <a:pt x="40406" y="86990"/>
                    <a:pt x="38267" y="89706"/>
                    <a:pt x="37076" y="92980"/>
                  </a:cubicBezTo>
                  <a:lnTo>
                    <a:pt x="3255" y="91083"/>
                  </a:lnTo>
                  <a:close/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50000"/>
                    </a:schemeClr>
                  </a:gs>
                  <a:gs pos="100000">
                    <a:schemeClr val="accent2">
                      <a:alpha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>
                <a:defRPr sz="8800" b="1"/>
              </a:lvl1pPr>
            </a:lstStyle>
            <a:p>
              <a:endParaRPr lang="zh-CN" altLang="en-US" dirty="0"/>
            </a:p>
          </p:txBody>
        </p:sp>
        <p:sp>
          <p:nvSpPr>
            <p:cNvPr id="167" name="方能演亦4-3">
              <a:extLst>
                <a:ext uri="{FF2B5EF4-FFF2-40B4-BE49-F238E27FC236}">
                  <a16:creationId xmlns:a16="http://schemas.microsoft.com/office/drawing/2014/main" id="{03D0DC09-0F72-1B42-218D-587B930F0DC9}"/>
                </a:ext>
              </a:extLst>
            </p:cNvPr>
            <p:cNvSpPr/>
            <p:nvPr/>
          </p:nvSpPr>
          <p:spPr>
            <a:xfrm>
              <a:off x="15170314" y="1884692"/>
              <a:ext cx="2240776" cy="2488308"/>
            </a:xfrm>
            <a:custGeom>
              <a:avLst/>
              <a:gdLst>
                <a:gd name="connsiteX0" fmla="*/ 1046581 w 2240776"/>
                <a:gd name="connsiteY0" fmla="*/ 0 h 2488308"/>
                <a:gd name="connsiteX1" fmla="*/ 2240776 w 2240776"/>
                <a:gd name="connsiteY1" fmla="*/ 650855 h 2488308"/>
                <a:gd name="connsiteX2" fmla="*/ 2042618 w 2240776"/>
                <a:gd name="connsiteY2" fmla="*/ 1014416 h 2488308"/>
                <a:gd name="connsiteX3" fmla="*/ 1232977 w 2240776"/>
                <a:gd name="connsiteY3" fmla="*/ 573146 h 2488308"/>
                <a:gd name="connsiteX4" fmla="*/ 948788 w 2240776"/>
                <a:gd name="connsiteY4" fmla="*/ 971446 h 2488308"/>
                <a:gd name="connsiteX5" fmla="*/ 1117446 w 2240776"/>
                <a:gd name="connsiteY5" fmla="*/ 978128 h 2488308"/>
                <a:gd name="connsiteX6" fmla="*/ 1307489 w 2240776"/>
                <a:gd name="connsiteY6" fmla="*/ 1045422 h 2488308"/>
                <a:gd name="connsiteX7" fmla="*/ 1672653 w 2240776"/>
                <a:gd name="connsiteY7" fmla="*/ 1470252 h 2488308"/>
                <a:gd name="connsiteX8" fmla="*/ 1555661 w 2240776"/>
                <a:gd name="connsiteY8" fmla="*/ 2067587 h 2488308"/>
                <a:gd name="connsiteX9" fmla="*/ 1107650 w 2240776"/>
                <a:gd name="connsiteY9" fmla="*/ 2453669 h 2488308"/>
                <a:gd name="connsiteX10" fmla="*/ 474672 w 2240776"/>
                <a:gd name="connsiteY10" fmla="*/ 2367136 h 2488308"/>
                <a:gd name="connsiteX11" fmla="*/ 57516 w 2240776"/>
                <a:gd name="connsiteY11" fmla="*/ 1931208 h 2488308"/>
                <a:gd name="connsiteX12" fmla="*/ 82247 w 2240776"/>
                <a:gd name="connsiteY12" fmla="*/ 1393318 h 2488308"/>
                <a:gd name="connsiteX13" fmla="*/ 89616 w 2240776"/>
                <a:gd name="connsiteY13" fmla="*/ 1386447 h 2488308"/>
                <a:gd name="connsiteX14" fmla="*/ 566306 w 2240776"/>
                <a:gd name="connsiteY14" fmla="*/ 1609986 h 2488308"/>
                <a:gd name="connsiteX15" fmla="*/ 530485 w 2240776"/>
                <a:gd name="connsiteY15" fmla="*/ 1837119 h 2488308"/>
                <a:gd name="connsiteX16" fmla="*/ 672821 w 2240776"/>
                <a:gd name="connsiteY16" fmla="*/ 2003575 h 2488308"/>
                <a:gd name="connsiteX17" fmla="*/ 904467 w 2240776"/>
                <a:gd name="connsiteY17" fmla="*/ 2012836 h 2488308"/>
                <a:gd name="connsiteX18" fmla="*/ 1082904 w 2240776"/>
                <a:gd name="connsiteY18" fmla="*/ 1813549 h 2488308"/>
                <a:gd name="connsiteX19" fmla="*/ 1166811 w 2240776"/>
                <a:gd name="connsiteY19" fmla="*/ 1516495 h 2488308"/>
                <a:gd name="connsiteX20" fmla="*/ 1029230 w 2240776"/>
                <a:gd name="connsiteY20" fmla="*/ 1316362 h 2488308"/>
                <a:gd name="connsiteX21" fmla="*/ 854005 w 2240776"/>
                <a:gd name="connsiteY21" fmla="*/ 1273458 h 2488308"/>
                <a:gd name="connsiteX22" fmla="*/ 717971 w 2240776"/>
                <a:gd name="connsiteY22" fmla="*/ 1331712 h 2488308"/>
                <a:gd name="connsiteX23" fmla="*/ 307231 w 2240776"/>
                <a:gd name="connsiteY23" fmla="*/ 1077027 h 248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40776" h="2488308">
                  <a:moveTo>
                    <a:pt x="1046581" y="0"/>
                  </a:moveTo>
                  <a:lnTo>
                    <a:pt x="2240776" y="650855"/>
                  </a:lnTo>
                  <a:lnTo>
                    <a:pt x="2042618" y="1014416"/>
                  </a:lnTo>
                  <a:lnTo>
                    <a:pt x="1232977" y="573146"/>
                  </a:lnTo>
                  <a:lnTo>
                    <a:pt x="948788" y="971446"/>
                  </a:lnTo>
                  <a:cubicBezTo>
                    <a:pt x="998950" y="963720"/>
                    <a:pt x="1055162" y="965939"/>
                    <a:pt x="1117446" y="978128"/>
                  </a:cubicBezTo>
                  <a:cubicBezTo>
                    <a:pt x="1179739" y="990305"/>
                    <a:pt x="1243082" y="1012740"/>
                    <a:pt x="1307489" y="1045422"/>
                  </a:cubicBezTo>
                  <a:cubicBezTo>
                    <a:pt x="1509013" y="1150414"/>
                    <a:pt x="1630728" y="1292032"/>
                    <a:pt x="1672653" y="1470252"/>
                  </a:cubicBezTo>
                  <a:cubicBezTo>
                    <a:pt x="1714576" y="1648471"/>
                    <a:pt x="1675572" y="1847579"/>
                    <a:pt x="1555661" y="2067587"/>
                  </a:cubicBezTo>
                  <a:cubicBezTo>
                    <a:pt x="1451505" y="2258694"/>
                    <a:pt x="1302170" y="2387384"/>
                    <a:pt x="1107650" y="2453669"/>
                  </a:cubicBezTo>
                  <a:cubicBezTo>
                    <a:pt x="913132" y="2519954"/>
                    <a:pt x="702132" y="2491107"/>
                    <a:pt x="474672" y="2367136"/>
                  </a:cubicBezTo>
                  <a:cubicBezTo>
                    <a:pt x="280772" y="2261455"/>
                    <a:pt x="141717" y="2116140"/>
                    <a:pt x="57516" y="1931208"/>
                  </a:cubicBezTo>
                  <a:cubicBezTo>
                    <a:pt x="-26678" y="1746264"/>
                    <a:pt x="-18438" y="1566965"/>
                    <a:pt x="82247" y="1393318"/>
                  </a:cubicBezTo>
                  <a:lnTo>
                    <a:pt x="89616" y="1386447"/>
                  </a:lnTo>
                  <a:lnTo>
                    <a:pt x="566306" y="1609986"/>
                  </a:lnTo>
                  <a:cubicBezTo>
                    <a:pt x="522104" y="1691089"/>
                    <a:pt x="510169" y="1766802"/>
                    <a:pt x="530485" y="1837119"/>
                  </a:cubicBezTo>
                  <a:cubicBezTo>
                    <a:pt x="550796" y="1907449"/>
                    <a:pt x="598244" y="1962929"/>
                    <a:pt x="672821" y="2003575"/>
                  </a:cubicBezTo>
                  <a:cubicBezTo>
                    <a:pt x="758583" y="2050317"/>
                    <a:pt x="835803" y="2053406"/>
                    <a:pt x="904467" y="2012836"/>
                  </a:cubicBezTo>
                  <a:cubicBezTo>
                    <a:pt x="973133" y="1972266"/>
                    <a:pt x="1032603" y="1905838"/>
                    <a:pt x="1082904" y="1813549"/>
                  </a:cubicBezTo>
                  <a:cubicBezTo>
                    <a:pt x="1143877" y="1701677"/>
                    <a:pt x="1171845" y="1602659"/>
                    <a:pt x="1166811" y="1516495"/>
                  </a:cubicBezTo>
                  <a:cubicBezTo>
                    <a:pt x="1161796" y="1430324"/>
                    <a:pt x="1115921" y="1363611"/>
                    <a:pt x="1029230" y="1316362"/>
                  </a:cubicBezTo>
                  <a:cubicBezTo>
                    <a:pt x="965842" y="1281815"/>
                    <a:pt x="907437" y="1267515"/>
                    <a:pt x="854005" y="1273458"/>
                  </a:cubicBezTo>
                  <a:cubicBezTo>
                    <a:pt x="800587" y="1279409"/>
                    <a:pt x="755245" y="1298829"/>
                    <a:pt x="717971" y="1331712"/>
                  </a:cubicBezTo>
                  <a:lnTo>
                    <a:pt x="307231" y="1077027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68" name="方能演亦4-4">
              <a:extLst>
                <a:ext uri="{FF2B5EF4-FFF2-40B4-BE49-F238E27FC236}">
                  <a16:creationId xmlns:a16="http://schemas.microsoft.com/office/drawing/2014/main" id="{EC5881BB-B287-064C-9CC7-54E2A3780E48}"/>
                </a:ext>
              </a:extLst>
            </p:cNvPr>
            <p:cNvSpPr/>
            <p:nvPr/>
          </p:nvSpPr>
          <p:spPr>
            <a:xfrm>
              <a:off x="15145449" y="1817326"/>
              <a:ext cx="2297464" cy="2621926"/>
            </a:xfrm>
            <a:custGeom>
              <a:avLst/>
              <a:gdLst>
                <a:gd name="connsiteX0" fmla="*/ 1007983 w 2297464"/>
                <a:gd name="connsiteY0" fmla="*/ 0 h 2621926"/>
                <a:gd name="connsiteX1" fmla="*/ 2297464 w 2297464"/>
                <a:gd name="connsiteY1" fmla="*/ 618313 h 2621926"/>
                <a:gd name="connsiteX2" fmla="*/ 2109210 w 2297464"/>
                <a:gd name="connsiteY2" fmla="*/ 1010881 h 2621926"/>
                <a:gd name="connsiteX3" fmla="*/ 1234969 w 2297464"/>
                <a:gd name="connsiteY3" fmla="*/ 591675 h 2621926"/>
                <a:gd name="connsiteX4" fmla="*/ 958274 w 2297464"/>
                <a:gd name="connsiteY4" fmla="*/ 1025415 h 2621926"/>
                <a:gd name="connsiteX5" fmla="*/ 1135743 w 2297464"/>
                <a:gd name="connsiteY5" fmla="*/ 1023233 h 2621926"/>
                <a:gd name="connsiteX6" fmla="*/ 1338969 w 2297464"/>
                <a:gd name="connsiteY6" fmla="*/ 1083532 h 2621926"/>
                <a:gd name="connsiteX7" fmla="*/ 1745583 w 2297464"/>
                <a:gd name="connsiteY7" fmla="*/ 1509716 h 2621926"/>
                <a:gd name="connsiteX8" fmla="*/ 1655313 w 2297464"/>
                <a:gd name="connsiteY8" fmla="*/ 2143337 h 2621926"/>
                <a:gd name="connsiteX9" fmla="*/ 1205928 w 2297464"/>
                <a:gd name="connsiteY9" fmla="*/ 2573182 h 2621926"/>
                <a:gd name="connsiteX10" fmla="*/ 536541 w 2297464"/>
                <a:gd name="connsiteY10" fmla="*/ 2516837 h 2621926"/>
                <a:gd name="connsiteX11" fmla="*/ 74725 w 2297464"/>
                <a:gd name="connsiteY11" fmla="*/ 2081836 h 2621926"/>
                <a:gd name="connsiteX12" fmla="*/ 71358 w 2297464"/>
                <a:gd name="connsiteY12" fmla="*/ 1515667 h 2621926"/>
                <a:gd name="connsiteX13" fmla="*/ 78722 w 2297464"/>
                <a:gd name="connsiteY13" fmla="*/ 1508050 h 2621926"/>
                <a:gd name="connsiteX14" fmla="*/ 591469 w 2297464"/>
                <a:gd name="connsiteY14" fmla="*/ 1716783 h 2621926"/>
                <a:gd name="connsiteX15" fmla="*/ 566243 w 2297464"/>
                <a:gd name="connsiteY15" fmla="*/ 1957242 h 2621926"/>
                <a:gd name="connsiteX16" fmla="*/ 724780 w 2297464"/>
                <a:gd name="connsiteY16" fmla="*/ 2124268 h 2621926"/>
                <a:gd name="connsiteX17" fmla="*/ 968531 w 2297464"/>
                <a:gd name="connsiteY17" fmla="*/ 2121360 h 2621926"/>
                <a:gd name="connsiteX18" fmla="*/ 1145032 w 2297464"/>
                <a:gd name="connsiteY18" fmla="*/ 1902363 h 2621926"/>
                <a:gd name="connsiteX19" fmla="*/ 1216939 w 2297464"/>
                <a:gd name="connsiteY19" fmla="*/ 1585861 h 2621926"/>
                <a:gd name="connsiteX20" fmla="*/ 1061557 w 2297464"/>
                <a:gd name="connsiteY20" fmla="*/ 1383212 h 2621926"/>
                <a:gd name="connsiteX21" fmla="*/ 875219 w 2297464"/>
                <a:gd name="connsiteY21" fmla="*/ 1347717 h 2621926"/>
                <a:gd name="connsiteX22" fmla="*/ 735550 w 2297464"/>
                <a:gd name="connsiteY22" fmla="*/ 1416306 h 2621926"/>
                <a:gd name="connsiteX23" fmla="*/ 290357 w 2297464"/>
                <a:gd name="connsiteY23" fmla="*/ 1171271 h 2621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97464" h="2621926">
                  <a:moveTo>
                    <a:pt x="1007983" y="0"/>
                  </a:moveTo>
                  <a:lnTo>
                    <a:pt x="2297464" y="618313"/>
                  </a:lnTo>
                  <a:lnTo>
                    <a:pt x="2109210" y="1010881"/>
                  </a:lnTo>
                  <a:lnTo>
                    <a:pt x="1234969" y="591675"/>
                  </a:lnTo>
                  <a:lnTo>
                    <a:pt x="958274" y="1025415"/>
                  </a:lnTo>
                  <a:cubicBezTo>
                    <a:pt x="1010527" y="1014567"/>
                    <a:pt x="1069675" y="1013831"/>
                    <a:pt x="1135743" y="1023233"/>
                  </a:cubicBezTo>
                  <a:cubicBezTo>
                    <a:pt x="1201816" y="1032622"/>
                    <a:pt x="1269556" y="1052726"/>
                    <a:pt x="1338969" y="1083532"/>
                  </a:cubicBezTo>
                  <a:cubicBezTo>
                    <a:pt x="1556308" y="1182789"/>
                    <a:pt x="1691841" y="1324860"/>
                    <a:pt x="1745583" y="1509716"/>
                  </a:cubicBezTo>
                  <a:cubicBezTo>
                    <a:pt x="1799325" y="1694571"/>
                    <a:pt x="1769228" y="1905775"/>
                    <a:pt x="1655313" y="2143337"/>
                  </a:cubicBezTo>
                  <a:cubicBezTo>
                    <a:pt x="1556364" y="2349693"/>
                    <a:pt x="1406571" y="2492969"/>
                    <a:pt x="1205928" y="2573182"/>
                  </a:cubicBezTo>
                  <a:cubicBezTo>
                    <a:pt x="1005286" y="2653394"/>
                    <a:pt x="782150" y="2634610"/>
                    <a:pt x="536541" y="2516837"/>
                  </a:cubicBezTo>
                  <a:cubicBezTo>
                    <a:pt x="327169" y="2416441"/>
                    <a:pt x="173226" y="2271434"/>
                    <a:pt x="74725" y="2081836"/>
                  </a:cubicBezTo>
                  <a:cubicBezTo>
                    <a:pt x="-23771" y="1892224"/>
                    <a:pt x="-24897" y="1703499"/>
                    <a:pt x="71358" y="1515667"/>
                  </a:cubicBezTo>
                  <a:lnTo>
                    <a:pt x="78722" y="1508050"/>
                  </a:lnTo>
                  <a:lnTo>
                    <a:pt x="591469" y="1716783"/>
                  </a:lnTo>
                  <a:cubicBezTo>
                    <a:pt x="549476" y="1804358"/>
                    <a:pt x="541072" y="1884512"/>
                    <a:pt x="566243" y="1957242"/>
                  </a:cubicBezTo>
                  <a:cubicBezTo>
                    <a:pt x="591405" y="2029984"/>
                    <a:pt x="644253" y="2085655"/>
                    <a:pt x="724780" y="2124268"/>
                  </a:cubicBezTo>
                  <a:cubicBezTo>
                    <a:pt x="817387" y="2168673"/>
                    <a:pt x="898641" y="2167706"/>
                    <a:pt x="968531" y="2121360"/>
                  </a:cubicBezTo>
                  <a:cubicBezTo>
                    <a:pt x="1038420" y="2075013"/>
                    <a:pt x="1097247" y="2002017"/>
                    <a:pt x="1145032" y="1902363"/>
                  </a:cubicBezTo>
                  <a:cubicBezTo>
                    <a:pt x="1202956" y="1781566"/>
                    <a:pt x="1226923" y="1676065"/>
                    <a:pt x="1216939" y="1585861"/>
                  </a:cubicBezTo>
                  <a:cubicBezTo>
                    <a:pt x="1206974" y="1495650"/>
                    <a:pt x="1155163" y="1428098"/>
                    <a:pt x="1061557" y="1383212"/>
                  </a:cubicBezTo>
                  <a:cubicBezTo>
                    <a:pt x="993110" y="1350392"/>
                    <a:pt x="931002" y="1338562"/>
                    <a:pt x="875219" y="1347717"/>
                  </a:cubicBezTo>
                  <a:cubicBezTo>
                    <a:pt x="819449" y="1356879"/>
                    <a:pt x="772898" y="1379743"/>
                    <a:pt x="735550" y="1416306"/>
                  </a:cubicBezTo>
                  <a:lnTo>
                    <a:pt x="290357" y="1171271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69" name="方能演亦4-5">
              <a:extLst>
                <a:ext uri="{FF2B5EF4-FFF2-40B4-BE49-F238E27FC236}">
                  <a16:creationId xmlns:a16="http://schemas.microsoft.com/office/drawing/2014/main" id="{36BE86A6-79AB-627C-6909-498B8059526F}"/>
                </a:ext>
              </a:extLst>
            </p:cNvPr>
            <p:cNvSpPr/>
            <p:nvPr/>
          </p:nvSpPr>
          <p:spPr>
            <a:xfrm>
              <a:off x="15119246" y="1749960"/>
              <a:ext cx="2355488" cy="2757313"/>
            </a:xfrm>
            <a:custGeom>
              <a:avLst/>
              <a:gdLst>
                <a:gd name="connsiteX0" fmla="*/ 970725 w 2355488"/>
                <a:gd name="connsiteY0" fmla="*/ 0 h 2757313"/>
                <a:gd name="connsiteX1" fmla="*/ 2355488 w 2355488"/>
                <a:gd name="connsiteY1" fmla="*/ 585770 h 2757313"/>
                <a:gd name="connsiteX2" fmla="*/ 2177143 w 2355488"/>
                <a:gd name="connsiteY2" fmla="*/ 1007347 h 2757313"/>
                <a:gd name="connsiteX3" fmla="*/ 1238301 w 2355488"/>
                <a:gd name="connsiteY3" fmla="*/ 610204 h 2757313"/>
                <a:gd name="connsiteX4" fmla="*/ 969100 w 2355488"/>
                <a:gd name="connsiteY4" fmla="*/ 1079384 h 2757313"/>
                <a:gd name="connsiteX5" fmla="*/ 1155376 w 2355488"/>
                <a:gd name="connsiteY5" fmla="*/ 1068339 h 2757313"/>
                <a:gd name="connsiteX6" fmla="*/ 1371787 w 2355488"/>
                <a:gd name="connsiteY6" fmla="*/ 1121641 h 2757313"/>
                <a:gd name="connsiteX7" fmla="*/ 1819853 w 2355488"/>
                <a:gd name="connsiteY7" fmla="*/ 1549180 h 2757313"/>
                <a:gd name="connsiteX8" fmla="*/ 1756303 w 2355488"/>
                <a:gd name="connsiteY8" fmla="*/ 2219087 h 2757313"/>
                <a:gd name="connsiteX9" fmla="*/ 1305543 w 2355488"/>
                <a:gd name="connsiteY9" fmla="*/ 2692694 h 2757313"/>
                <a:gd name="connsiteX10" fmla="*/ 599746 w 2355488"/>
                <a:gd name="connsiteY10" fmla="*/ 2666539 h 2757313"/>
                <a:gd name="connsiteX11" fmla="*/ 93271 w 2355488"/>
                <a:gd name="connsiteY11" fmla="*/ 2232463 h 2757313"/>
                <a:gd name="connsiteX12" fmla="*/ 61808 w 2355488"/>
                <a:gd name="connsiteY12" fmla="*/ 1638016 h 2757313"/>
                <a:gd name="connsiteX13" fmla="*/ 69166 w 2355488"/>
                <a:gd name="connsiteY13" fmla="*/ 1629653 h 2757313"/>
                <a:gd name="connsiteX14" fmla="*/ 617970 w 2355488"/>
                <a:gd name="connsiteY14" fmla="*/ 1823580 h 2757313"/>
                <a:gd name="connsiteX15" fmla="*/ 603336 w 2355488"/>
                <a:gd name="connsiteY15" fmla="*/ 2077364 h 2757313"/>
                <a:gd name="connsiteX16" fmla="*/ 778079 w 2355488"/>
                <a:gd name="connsiteY16" fmla="*/ 2244961 h 2757313"/>
                <a:gd name="connsiteX17" fmla="*/ 1033932 w 2355488"/>
                <a:gd name="connsiteY17" fmla="*/ 2229883 h 2757313"/>
                <a:gd name="connsiteX18" fmla="*/ 1208499 w 2355488"/>
                <a:gd name="connsiteY18" fmla="*/ 1991178 h 2757313"/>
                <a:gd name="connsiteX19" fmla="*/ 1268406 w 2355488"/>
                <a:gd name="connsiteY19" fmla="*/ 1655228 h 2757313"/>
                <a:gd name="connsiteX20" fmla="*/ 1095220 w 2355488"/>
                <a:gd name="connsiteY20" fmla="*/ 1450063 h 2757313"/>
                <a:gd name="connsiteX21" fmla="*/ 897770 w 2355488"/>
                <a:gd name="connsiteY21" fmla="*/ 1421975 h 2757313"/>
                <a:gd name="connsiteX22" fmla="*/ 754468 w 2355488"/>
                <a:gd name="connsiteY22" fmla="*/ 1500900 h 2757313"/>
                <a:gd name="connsiteX23" fmla="*/ 274820 w 2355488"/>
                <a:gd name="connsiteY23" fmla="*/ 1265514 h 2757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5488" h="2757313">
                  <a:moveTo>
                    <a:pt x="970725" y="0"/>
                  </a:moveTo>
                  <a:lnTo>
                    <a:pt x="2355488" y="585770"/>
                  </a:lnTo>
                  <a:lnTo>
                    <a:pt x="2177143" y="1007347"/>
                  </a:lnTo>
                  <a:lnTo>
                    <a:pt x="1238301" y="610204"/>
                  </a:lnTo>
                  <a:lnTo>
                    <a:pt x="969100" y="1079384"/>
                  </a:lnTo>
                  <a:cubicBezTo>
                    <a:pt x="1023443" y="1065414"/>
                    <a:pt x="1085526" y="1061722"/>
                    <a:pt x="1155376" y="1068339"/>
                  </a:cubicBezTo>
                  <a:cubicBezTo>
                    <a:pt x="1225233" y="1074940"/>
                    <a:pt x="1297367" y="1092713"/>
                    <a:pt x="1371787" y="1121641"/>
                  </a:cubicBezTo>
                  <a:cubicBezTo>
                    <a:pt x="1604942" y="1215165"/>
                    <a:pt x="1754293" y="1357687"/>
                    <a:pt x="1819853" y="1549180"/>
                  </a:cubicBezTo>
                  <a:cubicBezTo>
                    <a:pt x="1885415" y="1740672"/>
                    <a:pt x="1864222" y="1963970"/>
                    <a:pt x="1756303" y="2219087"/>
                  </a:cubicBezTo>
                  <a:cubicBezTo>
                    <a:pt x="1662562" y="2440691"/>
                    <a:pt x="1512310" y="2598555"/>
                    <a:pt x="1305543" y="2692694"/>
                  </a:cubicBezTo>
                  <a:cubicBezTo>
                    <a:pt x="1098777" y="2786834"/>
                    <a:pt x="863505" y="2778113"/>
                    <a:pt x="599746" y="2666539"/>
                  </a:cubicBezTo>
                  <a:cubicBezTo>
                    <a:pt x="374904" y="2571427"/>
                    <a:pt x="206075" y="2426728"/>
                    <a:pt x="93271" y="2232463"/>
                  </a:cubicBezTo>
                  <a:cubicBezTo>
                    <a:pt x="-19525" y="2038184"/>
                    <a:pt x="-30017" y="1840032"/>
                    <a:pt x="61808" y="1638016"/>
                  </a:cubicBezTo>
                  <a:lnTo>
                    <a:pt x="69166" y="1629653"/>
                  </a:lnTo>
                  <a:lnTo>
                    <a:pt x="617970" y="1823580"/>
                  </a:lnTo>
                  <a:cubicBezTo>
                    <a:pt x="578188" y="1917626"/>
                    <a:pt x="573315" y="2002221"/>
                    <a:pt x="603336" y="2077364"/>
                  </a:cubicBezTo>
                  <a:cubicBezTo>
                    <a:pt x="633352" y="2152520"/>
                    <a:pt x="691602" y="2208381"/>
                    <a:pt x="778079" y="2244961"/>
                  </a:cubicBezTo>
                  <a:cubicBezTo>
                    <a:pt x="877527" y="2287030"/>
                    <a:pt x="962818" y="2282005"/>
                    <a:pt x="1033932" y="2229883"/>
                  </a:cubicBezTo>
                  <a:cubicBezTo>
                    <a:pt x="1105047" y="2177761"/>
                    <a:pt x="1163228" y="2098195"/>
                    <a:pt x="1208499" y="1991178"/>
                  </a:cubicBezTo>
                  <a:cubicBezTo>
                    <a:pt x="1263374" y="1861454"/>
                    <a:pt x="1283341" y="1749471"/>
                    <a:pt x="1268406" y="1655228"/>
                  </a:cubicBezTo>
                  <a:cubicBezTo>
                    <a:pt x="1253489" y="1560976"/>
                    <a:pt x="1195744" y="1492586"/>
                    <a:pt x="1095220" y="1450063"/>
                  </a:cubicBezTo>
                  <a:cubicBezTo>
                    <a:pt x="1021716" y="1418970"/>
                    <a:pt x="955902" y="1409609"/>
                    <a:pt x="897770" y="1421975"/>
                  </a:cubicBezTo>
                  <a:cubicBezTo>
                    <a:pt x="839651" y="1434348"/>
                    <a:pt x="791888" y="1460658"/>
                    <a:pt x="754468" y="1500900"/>
                  </a:cubicBezTo>
                  <a:lnTo>
                    <a:pt x="274820" y="1265514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0" name="方能演亦4-6">
              <a:extLst>
                <a:ext uri="{FF2B5EF4-FFF2-40B4-BE49-F238E27FC236}">
                  <a16:creationId xmlns:a16="http://schemas.microsoft.com/office/drawing/2014/main" id="{6BFE290D-7096-ADC1-228A-C6290D3D2956}"/>
                </a:ext>
              </a:extLst>
            </p:cNvPr>
            <p:cNvSpPr/>
            <p:nvPr/>
          </p:nvSpPr>
          <p:spPr>
            <a:xfrm>
              <a:off x="15091887" y="1682594"/>
              <a:ext cx="2414668" cy="2894276"/>
            </a:xfrm>
            <a:custGeom>
              <a:avLst/>
              <a:gdLst>
                <a:gd name="connsiteX0" fmla="*/ 934620 w 2414668"/>
                <a:gd name="connsiteY0" fmla="*/ 0 h 2894276"/>
                <a:gd name="connsiteX1" fmla="*/ 2414668 w 2414668"/>
                <a:gd name="connsiteY1" fmla="*/ 553227 h 2894276"/>
                <a:gd name="connsiteX2" fmla="*/ 2246228 w 2414668"/>
                <a:gd name="connsiteY2" fmla="*/ 1003812 h 2894276"/>
                <a:gd name="connsiteX3" fmla="*/ 1242786 w 2414668"/>
                <a:gd name="connsiteY3" fmla="*/ 628733 h 2894276"/>
                <a:gd name="connsiteX4" fmla="*/ 981081 w 2414668"/>
                <a:gd name="connsiteY4" fmla="*/ 1133353 h 2894276"/>
                <a:gd name="connsiteX5" fmla="*/ 1176165 w 2414668"/>
                <a:gd name="connsiteY5" fmla="*/ 1113444 h 2894276"/>
                <a:gd name="connsiteX6" fmla="*/ 1405762 w 2414668"/>
                <a:gd name="connsiteY6" fmla="*/ 1159751 h 2894276"/>
                <a:gd name="connsiteX7" fmla="*/ 1895278 w 2414668"/>
                <a:gd name="connsiteY7" fmla="*/ 1588644 h 2894276"/>
                <a:gd name="connsiteX8" fmla="*/ 1858447 w 2414668"/>
                <a:gd name="connsiteY8" fmla="*/ 2294837 h 2894276"/>
                <a:gd name="connsiteX9" fmla="*/ 1406314 w 2414668"/>
                <a:gd name="connsiteY9" fmla="*/ 2812207 h 2894276"/>
                <a:gd name="connsiteX10" fmla="*/ 664106 w 2414668"/>
                <a:gd name="connsiteY10" fmla="*/ 2816240 h 2894276"/>
                <a:gd name="connsiteX11" fmla="*/ 112973 w 2414668"/>
                <a:gd name="connsiteY11" fmla="*/ 2383090 h 2894276"/>
                <a:gd name="connsiteX12" fmla="*/ 53413 w 2414668"/>
                <a:gd name="connsiteY12" fmla="*/ 1760365 h 2894276"/>
                <a:gd name="connsiteX13" fmla="*/ 60765 w 2414668"/>
                <a:gd name="connsiteY13" fmla="*/ 1751257 h 2894276"/>
                <a:gd name="connsiteX14" fmla="*/ 645625 w 2414668"/>
                <a:gd name="connsiteY14" fmla="*/ 1930377 h 2894276"/>
                <a:gd name="connsiteX15" fmla="*/ 641587 w 2414668"/>
                <a:gd name="connsiteY15" fmla="*/ 2197486 h 2894276"/>
                <a:gd name="connsiteX16" fmla="*/ 832533 w 2414668"/>
                <a:gd name="connsiteY16" fmla="*/ 2365655 h 2894276"/>
                <a:gd name="connsiteX17" fmla="*/ 1100489 w 2414668"/>
                <a:gd name="connsiteY17" fmla="*/ 2338407 h 2894276"/>
                <a:gd name="connsiteX18" fmla="*/ 1273120 w 2414668"/>
                <a:gd name="connsiteY18" fmla="*/ 2079992 h 2894276"/>
                <a:gd name="connsiteX19" fmla="*/ 1321026 w 2414668"/>
                <a:gd name="connsiteY19" fmla="*/ 1724594 h 2894276"/>
                <a:gd name="connsiteX20" fmla="*/ 1130038 w 2414668"/>
                <a:gd name="connsiteY20" fmla="*/ 1516913 h 2894276"/>
                <a:gd name="connsiteX21" fmla="*/ 921475 w 2414668"/>
                <a:gd name="connsiteY21" fmla="*/ 1496234 h 2894276"/>
                <a:gd name="connsiteX22" fmla="*/ 774540 w 2414668"/>
                <a:gd name="connsiteY22" fmla="*/ 1585494 h 2894276"/>
                <a:gd name="connsiteX23" fmla="*/ 260439 w 2414668"/>
                <a:gd name="connsiteY23" fmla="*/ 1359758 h 289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14668" h="2894276">
                  <a:moveTo>
                    <a:pt x="934620" y="0"/>
                  </a:moveTo>
                  <a:lnTo>
                    <a:pt x="2414668" y="553227"/>
                  </a:lnTo>
                  <a:lnTo>
                    <a:pt x="2246228" y="1003812"/>
                  </a:lnTo>
                  <a:lnTo>
                    <a:pt x="1242786" y="628733"/>
                  </a:lnTo>
                  <a:lnTo>
                    <a:pt x="981081" y="1133353"/>
                  </a:lnTo>
                  <a:cubicBezTo>
                    <a:pt x="1037511" y="1116260"/>
                    <a:pt x="1102531" y="1109614"/>
                    <a:pt x="1176165" y="1113444"/>
                  </a:cubicBezTo>
                  <a:cubicBezTo>
                    <a:pt x="1249804" y="1117258"/>
                    <a:pt x="1326334" y="1132699"/>
                    <a:pt x="1405762" y="1159751"/>
                  </a:cubicBezTo>
                  <a:cubicBezTo>
                    <a:pt x="1654730" y="1247541"/>
                    <a:pt x="1817898" y="1390515"/>
                    <a:pt x="1895278" y="1588644"/>
                  </a:cubicBezTo>
                  <a:cubicBezTo>
                    <a:pt x="1972657" y="1786772"/>
                    <a:pt x="1960371" y="2022166"/>
                    <a:pt x="1858447" y="2294837"/>
                  </a:cubicBezTo>
                  <a:cubicBezTo>
                    <a:pt x="1769913" y="2531689"/>
                    <a:pt x="1619205" y="2704140"/>
                    <a:pt x="1406314" y="2812207"/>
                  </a:cubicBezTo>
                  <a:cubicBezTo>
                    <a:pt x="1193424" y="2920273"/>
                    <a:pt x="946015" y="2921616"/>
                    <a:pt x="664106" y="2816240"/>
                  </a:cubicBezTo>
                  <a:cubicBezTo>
                    <a:pt x="423792" y="2726412"/>
                    <a:pt x="240078" y="2582022"/>
                    <a:pt x="112973" y="2383090"/>
                  </a:cubicBezTo>
                  <a:cubicBezTo>
                    <a:pt x="-14125" y="2184143"/>
                    <a:pt x="-33984" y="1976566"/>
                    <a:pt x="53413" y="1760365"/>
                  </a:cubicBezTo>
                  <a:lnTo>
                    <a:pt x="60765" y="1751257"/>
                  </a:lnTo>
                  <a:lnTo>
                    <a:pt x="645625" y="1930377"/>
                  </a:lnTo>
                  <a:cubicBezTo>
                    <a:pt x="608052" y="2030894"/>
                    <a:pt x="606711" y="2119931"/>
                    <a:pt x="641587" y="2197486"/>
                  </a:cubicBezTo>
                  <a:cubicBezTo>
                    <a:pt x="676454" y="2275055"/>
                    <a:pt x="740105" y="2331106"/>
                    <a:pt x="832533" y="2365655"/>
                  </a:cubicBezTo>
                  <a:cubicBezTo>
                    <a:pt x="938824" y="2405386"/>
                    <a:pt x="1028149" y="2396305"/>
                    <a:pt x="1100489" y="2338407"/>
                  </a:cubicBezTo>
                  <a:cubicBezTo>
                    <a:pt x="1172829" y="2280508"/>
                    <a:pt x="1230365" y="2194373"/>
                    <a:pt x="1273120" y="2079992"/>
                  </a:cubicBezTo>
                  <a:cubicBezTo>
                    <a:pt x="1324947" y="1941343"/>
                    <a:pt x="1340913" y="1822877"/>
                    <a:pt x="1321026" y="1724594"/>
                  </a:cubicBezTo>
                  <a:cubicBezTo>
                    <a:pt x="1301160" y="1626301"/>
                    <a:pt x="1237479" y="1557074"/>
                    <a:pt x="1130038" y="1516913"/>
                  </a:cubicBezTo>
                  <a:cubicBezTo>
                    <a:pt x="1051476" y="1487547"/>
                    <a:pt x="981960" y="1480656"/>
                    <a:pt x="921475" y="1496234"/>
                  </a:cubicBezTo>
                  <a:cubicBezTo>
                    <a:pt x="861006" y="1511818"/>
                    <a:pt x="812034" y="1541573"/>
                    <a:pt x="774540" y="1585494"/>
                  </a:cubicBezTo>
                  <a:lnTo>
                    <a:pt x="260439" y="1359758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1" name="方能演亦4-7">
              <a:extLst>
                <a:ext uri="{FF2B5EF4-FFF2-40B4-BE49-F238E27FC236}">
                  <a16:creationId xmlns:a16="http://schemas.microsoft.com/office/drawing/2014/main" id="{51DBFEE5-4717-BEF8-F417-32428AB81273}"/>
                </a:ext>
              </a:extLst>
            </p:cNvPr>
            <p:cNvSpPr/>
            <p:nvPr/>
          </p:nvSpPr>
          <p:spPr>
            <a:xfrm>
              <a:off x="15063529" y="1615228"/>
              <a:ext cx="2474848" cy="3032652"/>
            </a:xfrm>
            <a:custGeom>
              <a:avLst/>
              <a:gdLst>
                <a:gd name="connsiteX0" fmla="*/ 899518 w 2474848"/>
                <a:gd name="connsiteY0" fmla="*/ 0 h 3032652"/>
                <a:gd name="connsiteX1" fmla="*/ 2474848 w 2474848"/>
                <a:gd name="connsiteY1" fmla="*/ 520684 h 3032652"/>
                <a:gd name="connsiteX2" fmla="*/ 2316317 w 2474848"/>
                <a:gd name="connsiteY2" fmla="*/ 1000277 h 3032652"/>
                <a:gd name="connsiteX3" fmla="*/ 1248273 w 2474848"/>
                <a:gd name="connsiteY3" fmla="*/ 647262 h 3032652"/>
                <a:gd name="connsiteX4" fmla="*/ 994062 w 2474848"/>
                <a:gd name="connsiteY4" fmla="*/ 1187322 h 3032652"/>
                <a:gd name="connsiteX5" fmla="*/ 1197954 w 2474848"/>
                <a:gd name="connsiteY5" fmla="*/ 1158549 h 3032652"/>
                <a:gd name="connsiteX6" fmla="*/ 1440736 w 2474848"/>
                <a:gd name="connsiteY6" fmla="*/ 1197861 h 3032652"/>
                <a:gd name="connsiteX7" fmla="*/ 1971704 w 2474848"/>
                <a:gd name="connsiteY7" fmla="*/ 1628108 h 3032652"/>
                <a:gd name="connsiteX8" fmla="*/ 1961592 w 2474848"/>
                <a:gd name="connsiteY8" fmla="*/ 2370587 h 3032652"/>
                <a:gd name="connsiteX9" fmla="*/ 1508085 w 2474848"/>
                <a:gd name="connsiteY9" fmla="*/ 2931720 h 3032652"/>
                <a:gd name="connsiteX10" fmla="*/ 729469 w 2474848"/>
                <a:gd name="connsiteY10" fmla="*/ 2965942 h 3032652"/>
                <a:gd name="connsiteX11" fmla="*/ 133676 w 2474848"/>
                <a:gd name="connsiteY11" fmla="*/ 2533718 h 3032652"/>
                <a:gd name="connsiteX12" fmla="*/ 46018 w 2474848"/>
                <a:gd name="connsiteY12" fmla="*/ 1882714 h 3032652"/>
                <a:gd name="connsiteX13" fmla="*/ 53365 w 2474848"/>
                <a:gd name="connsiteY13" fmla="*/ 1872860 h 3032652"/>
                <a:gd name="connsiteX14" fmla="*/ 674282 w 2474848"/>
                <a:gd name="connsiteY14" fmla="*/ 2037175 h 3032652"/>
                <a:gd name="connsiteX15" fmla="*/ 680837 w 2474848"/>
                <a:gd name="connsiteY15" fmla="*/ 2317608 h 3032652"/>
                <a:gd name="connsiteX16" fmla="*/ 887987 w 2474848"/>
                <a:gd name="connsiteY16" fmla="*/ 2486348 h 3032652"/>
                <a:gd name="connsiteX17" fmla="*/ 1168046 w 2474848"/>
                <a:gd name="connsiteY17" fmla="*/ 2446930 h 3032652"/>
                <a:gd name="connsiteX18" fmla="*/ 1338742 w 2474848"/>
                <a:gd name="connsiteY18" fmla="*/ 2168807 h 3032652"/>
                <a:gd name="connsiteX19" fmla="*/ 1374648 w 2474848"/>
                <a:gd name="connsiteY19" fmla="*/ 1793960 h 3032652"/>
                <a:gd name="connsiteX20" fmla="*/ 1165858 w 2474848"/>
                <a:gd name="connsiteY20" fmla="*/ 1583763 h 3032652"/>
                <a:gd name="connsiteX21" fmla="*/ 946182 w 2474848"/>
                <a:gd name="connsiteY21" fmla="*/ 1570492 h 3032652"/>
                <a:gd name="connsiteX22" fmla="*/ 795614 w 2474848"/>
                <a:gd name="connsiteY22" fmla="*/ 1670088 h 3032652"/>
                <a:gd name="connsiteX23" fmla="*/ 247058 w 2474848"/>
                <a:gd name="connsiteY23" fmla="*/ 1454002 h 303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74848" h="3032652">
                  <a:moveTo>
                    <a:pt x="899518" y="0"/>
                  </a:moveTo>
                  <a:lnTo>
                    <a:pt x="2474848" y="520684"/>
                  </a:lnTo>
                  <a:lnTo>
                    <a:pt x="2316317" y="1000277"/>
                  </a:lnTo>
                  <a:lnTo>
                    <a:pt x="1248273" y="647262"/>
                  </a:lnTo>
                  <a:lnTo>
                    <a:pt x="994062" y="1187322"/>
                  </a:lnTo>
                  <a:cubicBezTo>
                    <a:pt x="1052583" y="1167107"/>
                    <a:pt x="1120538" y="1157506"/>
                    <a:pt x="1197954" y="1158549"/>
                  </a:cubicBezTo>
                  <a:cubicBezTo>
                    <a:pt x="1275377" y="1159575"/>
                    <a:pt x="1356301" y="1172685"/>
                    <a:pt x="1440736" y="1197861"/>
                  </a:cubicBezTo>
                  <a:cubicBezTo>
                    <a:pt x="1705520" y="1279917"/>
                    <a:pt x="1882504" y="1423343"/>
                    <a:pt x="1971704" y="1628108"/>
                  </a:cubicBezTo>
                  <a:cubicBezTo>
                    <a:pt x="2060901" y="1832872"/>
                    <a:pt x="2057522" y="2080362"/>
                    <a:pt x="1961592" y="2370587"/>
                  </a:cubicBezTo>
                  <a:cubicBezTo>
                    <a:pt x="1878267" y="2622687"/>
                    <a:pt x="1727100" y="2809726"/>
                    <a:pt x="1508085" y="2931720"/>
                  </a:cubicBezTo>
                  <a:cubicBezTo>
                    <a:pt x="1289072" y="3053713"/>
                    <a:pt x="1029527" y="3065119"/>
                    <a:pt x="729469" y="2965942"/>
                  </a:cubicBezTo>
                  <a:cubicBezTo>
                    <a:pt x="473683" y="2881398"/>
                    <a:pt x="275081" y="2737316"/>
                    <a:pt x="133676" y="2533718"/>
                  </a:cubicBezTo>
                  <a:cubicBezTo>
                    <a:pt x="-7725" y="2330103"/>
                    <a:pt x="-36949" y="2113100"/>
                    <a:pt x="46018" y="1882714"/>
                  </a:cubicBezTo>
                  <a:lnTo>
                    <a:pt x="53365" y="1872860"/>
                  </a:lnTo>
                  <a:lnTo>
                    <a:pt x="674282" y="2037175"/>
                  </a:lnTo>
                  <a:cubicBezTo>
                    <a:pt x="638920" y="2144162"/>
                    <a:pt x="641110" y="2237641"/>
                    <a:pt x="680837" y="2317608"/>
                  </a:cubicBezTo>
                  <a:cubicBezTo>
                    <a:pt x="720557" y="2397591"/>
                    <a:pt x="789610" y="2453832"/>
                    <a:pt x="887987" y="2486348"/>
                  </a:cubicBezTo>
                  <a:cubicBezTo>
                    <a:pt x="1001122" y="2523742"/>
                    <a:pt x="1094481" y="2510604"/>
                    <a:pt x="1168046" y="2446930"/>
                  </a:cubicBezTo>
                  <a:cubicBezTo>
                    <a:pt x="1241610" y="2383256"/>
                    <a:pt x="1298501" y="2290552"/>
                    <a:pt x="1338742" y="2168807"/>
                  </a:cubicBezTo>
                  <a:cubicBezTo>
                    <a:pt x="1387521" y="2021231"/>
                    <a:pt x="1399487" y="1896282"/>
                    <a:pt x="1374648" y="1793960"/>
                  </a:cubicBezTo>
                  <a:cubicBezTo>
                    <a:pt x="1349831" y="1691627"/>
                    <a:pt x="1280215" y="1621562"/>
                    <a:pt x="1165858" y="1583763"/>
                  </a:cubicBezTo>
                  <a:cubicBezTo>
                    <a:pt x="1082238" y="1556125"/>
                    <a:pt x="1009018" y="1551703"/>
                    <a:pt x="946182" y="1570492"/>
                  </a:cubicBezTo>
                  <a:cubicBezTo>
                    <a:pt x="883364" y="1589288"/>
                    <a:pt x="833179" y="1622488"/>
                    <a:pt x="795614" y="1670088"/>
                  </a:cubicBezTo>
                  <a:lnTo>
                    <a:pt x="247058" y="1454002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2" name="方能演亦4-8">
              <a:extLst>
                <a:ext uri="{FF2B5EF4-FFF2-40B4-BE49-F238E27FC236}">
                  <a16:creationId xmlns:a16="http://schemas.microsoft.com/office/drawing/2014/main" id="{F1268FF1-26DC-34E1-5C2C-3C0C7FBA6242}"/>
                </a:ext>
              </a:extLst>
            </p:cNvPr>
            <p:cNvSpPr/>
            <p:nvPr/>
          </p:nvSpPr>
          <p:spPr>
            <a:xfrm>
              <a:off x="15034295" y="1547862"/>
              <a:ext cx="2535904" cy="3172296"/>
            </a:xfrm>
            <a:custGeom>
              <a:avLst/>
              <a:gdLst>
                <a:gd name="connsiteX0" fmla="*/ 865288 w 2535904"/>
                <a:gd name="connsiteY0" fmla="*/ 0 h 3172296"/>
                <a:gd name="connsiteX1" fmla="*/ 2535904 w 2535904"/>
                <a:gd name="connsiteY1" fmla="*/ 488141 h 3172296"/>
                <a:gd name="connsiteX2" fmla="*/ 2387277 w 2535904"/>
                <a:gd name="connsiteY2" fmla="*/ 996743 h 3172296"/>
                <a:gd name="connsiteX3" fmla="*/ 1254635 w 2535904"/>
                <a:gd name="connsiteY3" fmla="*/ 665791 h 3172296"/>
                <a:gd name="connsiteX4" fmla="*/ 1007916 w 2535904"/>
                <a:gd name="connsiteY4" fmla="*/ 1241291 h 3172296"/>
                <a:gd name="connsiteX5" fmla="*/ 1220618 w 2535904"/>
                <a:gd name="connsiteY5" fmla="*/ 1203654 h 3172296"/>
                <a:gd name="connsiteX6" fmla="*/ 1476584 w 2535904"/>
                <a:gd name="connsiteY6" fmla="*/ 1235971 h 3172296"/>
                <a:gd name="connsiteX7" fmla="*/ 2049002 w 2535904"/>
                <a:gd name="connsiteY7" fmla="*/ 1667572 h 3172296"/>
                <a:gd name="connsiteX8" fmla="*/ 2065612 w 2535904"/>
                <a:gd name="connsiteY8" fmla="*/ 2446337 h 3172296"/>
                <a:gd name="connsiteX9" fmla="*/ 1610731 w 2535904"/>
                <a:gd name="connsiteY9" fmla="*/ 3051232 h 3172296"/>
                <a:gd name="connsiteX10" fmla="*/ 795705 w 2535904"/>
                <a:gd name="connsiteY10" fmla="*/ 3115643 h 3172296"/>
                <a:gd name="connsiteX11" fmla="*/ 155252 w 2535904"/>
                <a:gd name="connsiteY11" fmla="*/ 2684345 h 3172296"/>
                <a:gd name="connsiteX12" fmla="*/ 39498 w 2535904"/>
                <a:gd name="connsiteY12" fmla="*/ 2005063 h 3172296"/>
                <a:gd name="connsiteX13" fmla="*/ 46837 w 2535904"/>
                <a:gd name="connsiteY13" fmla="*/ 1994463 h 3172296"/>
                <a:gd name="connsiteX14" fmla="*/ 703813 w 2535904"/>
                <a:gd name="connsiteY14" fmla="*/ 2143972 h 3172296"/>
                <a:gd name="connsiteX15" fmla="*/ 720962 w 2535904"/>
                <a:gd name="connsiteY15" fmla="*/ 2437730 h 3172296"/>
                <a:gd name="connsiteX16" fmla="*/ 944316 w 2535904"/>
                <a:gd name="connsiteY16" fmla="*/ 2607041 h 3172296"/>
                <a:gd name="connsiteX17" fmla="*/ 1236478 w 2535904"/>
                <a:gd name="connsiteY17" fmla="*/ 2555454 h 3172296"/>
                <a:gd name="connsiteX18" fmla="*/ 1405238 w 2535904"/>
                <a:gd name="connsiteY18" fmla="*/ 2257621 h 3172296"/>
                <a:gd name="connsiteX19" fmla="*/ 1429145 w 2535904"/>
                <a:gd name="connsiteY19" fmla="*/ 1863327 h 3172296"/>
                <a:gd name="connsiteX20" fmla="*/ 1202551 w 2535904"/>
                <a:gd name="connsiteY20" fmla="*/ 1650613 h 3172296"/>
                <a:gd name="connsiteX21" fmla="*/ 971764 w 2535904"/>
                <a:gd name="connsiteY21" fmla="*/ 1644751 h 3172296"/>
                <a:gd name="connsiteX22" fmla="*/ 817561 w 2535904"/>
                <a:gd name="connsiteY22" fmla="*/ 1754682 h 3172296"/>
                <a:gd name="connsiteX23" fmla="*/ 234551 w 2535904"/>
                <a:gd name="connsiteY23" fmla="*/ 1548246 h 317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35904" h="3172296">
                  <a:moveTo>
                    <a:pt x="865288" y="0"/>
                  </a:moveTo>
                  <a:lnTo>
                    <a:pt x="2535904" y="488141"/>
                  </a:lnTo>
                  <a:lnTo>
                    <a:pt x="2387277" y="996743"/>
                  </a:lnTo>
                  <a:lnTo>
                    <a:pt x="1254635" y="665791"/>
                  </a:lnTo>
                  <a:lnTo>
                    <a:pt x="1007916" y="1241291"/>
                  </a:lnTo>
                  <a:cubicBezTo>
                    <a:pt x="1068528" y="1217953"/>
                    <a:pt x="1139419" y="1205398"/>
                    <a:pt x="1220618" y="1203654"/>
                  </a:cubicBezTo>
                  <a:cubicBezTo>
                    <a:pt x="1301823" y="1201893"/>
                    <a:pt x="1387141" y="1212671"/>
                    <a:pt x="1476584" y="1235971"/>
                  </a:cubicBezTo>
                  <a:cubicBezTo>
                    <a:pt x="1757182" y="1312292"/>
                    <a:pt x="1947985" y="1456171"/>
                    <a:pt x="2049002" y="1667572"/>
                  </a:cubicBezTo>
                  <a:cubicBezTo>
                    <a:pt x="2150019" y="1878972"/>
                    <a:pt x="2155544" y="2138558"/>
                    <a:pt x="2065612" y="2446337"/>
                  </a:cubicBezTo>
                  <a:cubicBezTo>
                    <a:pt x="1987494" y="2713686"/>
                    <a:pt x="1835869" y="2915311"/>
                    <a:pt x="1610731" y="3051232"/>
                  </a:cubicBezTo>
                  <a:cubicBezTo>
                    <a:pt x="1385594" y="3187154"/>
                    <a:pt x="1113912" y="3208622"/>
                    <a:pt x="795705" y="3115643"/>
                  </a:cubicBezTo>
                  <a:cubicBezTo>
                    <a:pt x="524448" y="3036383"/>
                    <a:pt x="310959" y="2892610"/>
                    <a:pt x="155252" y="2684345"/>
                  </a:cubicBezTo>
                  <a:cubicBezTo>
                    <a:pt x="-450" y="2476063"/>
                    <a:pt x="-39040" y="2249634"/>
                    <a:pt x="39498" y="2005063"/>
                  </a:cubicBezTo>
                  <a:lnTo>
                    <a:pt x="46837" y="1994463"/>
                  </a:lnTo>
                  <a:lnTo>
                    <a:pt x="703813" y="2143972"/>
                  </a:lnTo>
                  <a:cubicBezTo>
                    <a:pt x="670661" y="2257431"/>
                    <a:pt x="676383" y="2355351"/>
                    <a:pt x="720962" y="2437730"/>
                  </a:cubicBezTo>
                  <a:cubicBezTo>
                    <a:pt x="765534" y="2520126"/>
                    <a:pt x="839987" y="2576558"/>
                    <a:pt x="944316" y="2607041"/>
                  </a:cubicBezTo>
                  <a:cubicBezTo>
                    <a:pt x="1064294" y="2642098"/>
                    <a:pt x="1161687" y="2624904"/>
                    <a:pt x="1236478" y="2555454"/>
                  </a:cubicBezTo>
                  <a:cubicBezTo>
                    <a:pt x="1311267" y="2486003"/>
                    <a:pt x="1367513" y="2386730"/>
                    <a:pt x="1405238" y="2257621"/>
                  </a:cubicBezTo>
                  <a:cubicBezTo>
                    <a:pt x="1450967" y="2101120"/>
                    <a:pt x="1458934" y="1969688"/>
                    <a:pt x="1429145" y="1863327"/>
                  </a:cubicBezTo>
                  <a:cubicBezTo>
                    <a:pt x="1399378" y="1756953"/>
                    <a:pt x="1323826" y="1686049"/>
                    <a:pt x="1202551" y="1650613"/>
                  </a:cubicBezTo>
                  <a:cubicBezTo>
                    <a:pt x="1113873" y="1624702"/>
                    <a:pt x="1036950" y="1622750"/>
                    <a:pt x="971764" y="1644751"/>
                  </a:cubicBezTo>
                  <a:cubicBezTo>
                    <a:pt x="906594" y="1666757"/>
                    <a:pt x="855199" y="1703402"/>
                    <a:pt x="817561" y="1754682"/>
                  </a:cubicBezTo>
                  <a:lnTo>
                    <a:pt x="234551" y="1548246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3" name="方能演亦4-9">
              <a:extLst>
                <a:ext uri="{FF2B5EF4-FFF2-40B4-BE49-F238E27FC236}">
                  <a16:creationId xmlns:a16="http://schemas.microsoft.com/office/drawing/2014/main" id="{0A64F6BB-96D5-9BCD-7055-4D862AD545F8}"/>
                </a:ext>
              </a:extLst>
            </p:cNvPr>
            <p:cNvSpPr/>
            <p:nvPr/>
          </p:nvSpPr>
          <p:spPr>
            <a:xfrm>
              <a:off x="15004295" y="1480495"/>
              <a:ext cx="2597726" cy="3313083"/>
            </a:xfrm>
            <a:custGeom>
              <a:avLst/>
              <a:gdLst>
                <a:gd name="connsiteX0" fmla="*/ 831828 w 2597726"/>
                <a:gd name="connsiteY0" fmla="*/ 0 h 3313083"/>
                <a:gd name="connsiteX1" fmla="*/ 2597726 w 2597726"/>
                <a:gd name="connsiteY1" fmla="*/ 455599 h 3313083"/>
                <a:gd name="connsiteX2" fmla="*/ 2459008 w 2597726"/>
                <a:gd name="connsiteY2" fmla="*/ 993208 h 3313083"/>
                <a:gd name="connsiteX3" fmla="*/ 1261763 w 2597726"/>
                <a:gd name="connsiteY3" fmla="*/ 684320 h 3313083"/>
                <a:gd name="connsiteX4" fmla="*/ 1022540 w 2597726"/>
                <a:gd name="connsiteY4" fmla="*/ 1295260 h 3313083"/>
                <a:gd name="connsiteX5" fmla="*/ 1244049 w 2597726"/>
                <a:gd name="connsiteY5" fmla="*/ 1248759 h 3313083"/>
                <a:gd name="connsiteX6" fmla="*/ 1513200 w 2597726"/>
                <a:gd name="connsiteY6" fmla="*/ 1274081 h 3313083"/>
                <a:gd name="connsiteX7" fmla="*/ 2127070 w 2597726"/>
                <a:gd name="connsiteY7" fmla="*/ 1707036 h 3313083"/>
                <a:gd name="connsiteX8" fmla="*/ 2170400 w 2597726"/>
                <a:gd name="connsiteY8" fmla="*/ 2522087 h 3313083"/>
                <a:gd name="connsiteX9" fmla="*/ 1714144 w 2597726"/>
                <a:gd name="connsiteY9" fmla="*/ 3170745 h 3313083"/>
                <a:gd name="connsiteX10" fmla="*/ 862708 w 2597726"/>
                <a:gd name="connsiteY10" fmla="*/ 3265345 h 3313083"/>
                <a:gd name="connsiteX11" fmla="*/ 177596 w 2597726"/>
                <a:gd name="connsiteY11" fmla="*/ 2834972 h 3313083"/>
                <a:gd name="connsiteX12" fmla="*/ 33746 w 2597726"/>
                <a:gd name="connsiteY12" fmla="*/ 2127412 h 3313083"/>
                <a:gd name="connsiteX13" fmla="*/ 41079 w 2597726"/>
                <a:gd name="connsiteY13" fmla="*/ 2116066 h 3313083"/>
                <a:gd name="connsiteX14" fmla="*/ 734111 w 2597726"/>
                <a:gd name="connsiteY14" fmla="*/ 2250769 h 3313083"/>
                <a:gd name="connsiteX15" fmla="*/ 761854 w 2597726"/>
                <a:gd name="connsiteY15" fmla="*/ 2557852 h 3313083"/>
                <a:gd name="connsiteX16" fmla="*/ 1001413 w 2597726"/>
                <a:gd name="connsiteY16" fmla="*/ 2727734 h 3313083"/>
                <a:gd name="connsiteX17" fmla="*/ 1305676 w 2597726"/>
                <a:gd name="connsiteY17" fmla="*/ 2663977 h 3313083"/>
                <a:gd name="connsiteX18" fmla="*/ 1472502 w 2597726"/>
                <a:gd name="connsiteY18" fmla="*/ 2346436 h 3313083"/>
                <a:gd name="connsiteX19" fmla="*/ 1484410 w 2597726"/>
                <a:gd name="connsiteY19" fmla="*/ 1932693 h 3313083"/>
                <a:gd name="connsiteX20" fmla="*/ 1240012 w 2597726"/>
                <a:gd name="connsiteY20" fmla="*/ 1717463 h 3313083"/>
                <a:gd name="connsiteX21" fmla="*/ 998112 w 2597726"/>
                <a:gd name="connsiteY21" fmla="*/ 1719009 h 3313083"/>
                <a:gd name="connsiteX22" fmla="*/ 840277 w 2597726"/>
                <a:gd name="connsiteY22" fmla="*/ 1839276 h 3313083"/>
                <a:gd name="connsiteX23" fmla="*/ 222814 w 2597726"/>
                <a:gd name="connsiteY23" fmla="*/ 1642490 h 331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97726" h="3313083">
                  <a:moveTo>
                    <a:pt x="831828" y="0"/>
                  </a:moveTo>
                  <a:lnTo>
                    <a:pt x="2597726" y="455599"/>
                  </a:lnTo>
                  <a:lnTo>
                    <a:pt x="2459008" y="993208"/>
                  </a:lnTo>
                  <a:lnTo>
                    <a:pt x="1261763" y="684320"/>
                  </a:lnTo>
                  <a:lnTo>
                    <a:pt x="1022540" y="1295260"/>
                  </a:lnTo>
                  <a:cubicBezTo>
                    <a:pt x="1085242" y="1268800"/>
                    <a:pt x="1159067" y="1253290"/>
                    <a:pt x="1244049" y="1248759"/>
                  </a:cubicBezTo>
                  <a:cubicBezTo>
                    <a:pt x="1329038" y="1244210"/>
                    <a:pt x="1418752" y="1252657"/>
                    <a:pt x="1513200" y="1274081"/>
                  </a:cubicBezTo>
                  <a:cubicBezTo>
                    <a:pt x="1809615" y="1344668"/>
                    <a:pt x="2014235" y="1488998"/>
                    <a:pt x="2127070" y="1707036"/>
                  </a:cubicBezTo>
                  <a:cubicBezTo>
                    <a:pt x="2239905" y="1925072"/>
                    <a:pt x="2254336" y="2196753"/>
                    <a:pt x="2170400" y="2522087"/>
                  </a:cubicBezTo>
                  <a:cubicBezTo>
                    <a:pt x="2097490" y="2804684"/>
                    <a:pt x="1945406" y="3020897"/>
                    <a:pt x="1714144" y="3170745"/>
                  </a:cubicBezTo>
                  <a:cubicBezTo>
                    <a:pt x="1482884" y="3320594"/>
                    <a:pt x="1199064" y="3352125"/>
                    <a:pt x="862708" y="3265345"/>
                  </a:cubicBezTo>
                  <a:cubicBezTo>
                    <a:pt x="575981" y="3191368"/>
                    <a:pt x="347606" y="3047904"/>
                    <a:pt x="177596" y="2834972"/>
                  </a:cubicBezTo>
                  <a:cubicBezTo>
                    <a:pt x="7594" y="2622023"/>
                    <a:pt x="-40362" y="2386168"/>
                    <a:pt x="33746" y="2127412"/>
                  </a:cubicBezTo>
                  <a:lnTo>
                    <a:pt x="41079" y="2116066"/>
                  </a:lnTo>
                  <a:lnTo>
                    <a:pt x="734111" y="2250769"/>
                  </a:lnTo>
                  <a:cubicBezTo>
                    <a:pt x="703169" y="2370699"/>
                    <a:pt x="712423" y="2473061"/>
                    <a:pt x="761854" y="2557852"/>
                  </a:cubicBezTo>
                  <a:cubicBezTo>
                    <a:pt x="811279" y="2642661"/>
                    <a:pt x="891134" y="2699283"/>
                    <a:pt x="1001413" y="2727734"/>
                  </a:cubicBezTo>
                  <a:cubicBezTo>
                    <a:pt x="1128234" y="2760454"/>
                    <a:pt x="1229661" y="2739203"/>
                    <a:pt x="1305676" y="2663977"/>
                  </a:cubicBezTo>
                  <a:cubicBezTo>
                    <a:pt x="1381692" y="2588751"/>
                    <a:pt x="1437292" y="2482908"/>
                    <a:pt x="1472502" y="2346436"/>
                  </a:cubicBezTo>
                  <a:cubicBezTo>
                    <a:pt x="1515183" y="2181008"/>
                    <a:pt x="1519150" y="2043094"/>
                    <a:pt x="1484410" y="1932693"/>
                  </a:cubicBezTo>
                  <a:cubicBezTo>
                    <a:pt x="1449691" y="1822279"/>
                    <a:pt x="1368204" y="1750537"/>
                    <a:pt x="1240012" y="1717463"/>
                  </a:cubicBezTo>
                  <a:cubicBezTo>
                    <a:pt x="1146277" y="1693280"/>
                    <a:pt x="1065649" y="1693796"/>
                    <a:pt x="998112" y="1719009"/>
                  </a:cubicBezTo>
                  <a:cubicBezTo>
                    <a:pt x="930594" y="1744227"/>
                    <a:pt x="877988" y="1784317"/>
                    <a:pt x="840277" y="1839276"/>
                  </a:cubicBezTo>
                  <a:lnTo>
                    <a:pt x="222814" y="1642490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4" name="方能演亦4-10">
              <a:extLst>
                <a:ext uri="{FF2B5EF4-FFF2-40B4-BE49-F238E27FC236}">
                  <a16:creationId xmlns:a16="http://schemas.microsoft.com/office/drawing/2014/main" id="{1FE99665-FA64-34DB-1ABE-61125395B2E5}"/>
                </a:ext>
              </a:extLst>
            </p:cNvPr>
            <p:cNvSpPr/>
            <p:nvPr/>
          </p:nvSpPr>
          <p:spPr>
            <a:xfrm>
              <a:off x="14973614" y="1413130"/>
              <a:ext cx="2660227" cy="3454906"/>
            </a:xfrm>
            <a:custGeom>
              <a:avLst/>
              <a:gdLst>
                <a:gd name="connsiteX0" fmla="*/ 799045 w 2660227"/>
                <a:gd name="connsiteY0" fmla="*/ 0 h 3454906"/>
                <a:gd name="connsiteX1" fmla="*/ 2660227 w 2660227"/>
                <a:gd name="connsiteY1" fmla="*/ 423056 h 3454906"/>
                <a:gd name="connsiteX2" fmla="*/ 2531417 w 2660227"/>
                <a:gd name="connsiteY2" fmla="*/ 989674 h 3454906"/>
                <a:gd name="connsiteX3" fmla="*/ 1269571 w 2660227"/>
                <a:gd name="connsiteY3" fmla="*/ 702849 h 3454906"/>
                <a:gd name="connsiteX4" fmla="*/ 1037843 w 2660227"/>
                <a:gd name="connsiteY4" fmla="*/ 1349229 h 3454906"/>
                <a:gd name="connsiteX5" fmla="*/ 1268161 w 2660227"/>
                <a:gd name="connsiteY5" fmla="*/ 1293864 h 3454906"/>
                <a:gd name="connsiteX6" fmla="*/ 1550495 w 2660227"/>
                <a:gd name="connsiteY6" fmla="*/ 1312190 h 3454906"/>
                <a:gd name="connsiteX7" fmla="*/ 2205816 w 2660227"/>
                <a:gd name="connsiteY7" fmla="*/ 1746499 h 3454906"/>
                <a:gd name="connsiteX8" fmla="*/ 2275866 w 2660227"/>
                <a:gd name="connsiteY8" fmla="*/ 2597837 h 3454906"/>
                <a:gd name="connsiteX9" fmla="*/ 1818237 w 2660227"/>
                <a:gd name="connsiteY9" fmla="*/ 3290258 h 3454906"/>
                <a:gd name="connsiteX10" fmla="*/ 930392 w 2660227"/>
                <a:gd name="connsiteY10" fmla="*/ 3415046 h 3454906"/>
                <a:gd name="connsiteX11" fmla="*/ 200621 w 2660227"/>
                <a:gd name="connsiteY11" fmla="*/ 2985600 h 3454906"/>
                <a:gd name="connsiteX12" fmla="*/ 28672 w 2660227"/>
                <a:gd name="connsiteY12" fmla="*/ 2249762 h 3454906"/>
                <a:gd name="connsiteX13" fmla="*/ 36000 w 2660227"/>
                <a:gd name="connsiteY13" fmla="*/ 2237670 h 3454906"/>
                <a:gd name="connsiteX14" fmla="*/ 765089 w 2660227"/>
                <a:gd name="connsiteY14" fmla="*/ 2357566 h 3454906"/>
                <a:gd name="connsiteX15" fmla="*/ 803426 w 2660227"/>
                <a:gd name="connsiteY15" fmla="*/ 2677975 h 3454906"/>
                <a:gd name="connsiteX16" fmla="*/ 1059187 w 2660227"/>
                <a:gd name="connsiteY16" fmla="*/ 2848428 h 3454906"/>
                <a:gd name="connsiteX17" fmla="*/ 1375556 w 2660227"/>
                <a:gd name="connsiteY17" fmla="*/ 2772501 h 3454906"/>
                <a:gd name="connsiteX18" fmla="*/ 1540446 w 2660227"/>
                <a:gd name="connsiteY18" fmla="*/ 2435250 h 3454906"/>
                <a:gd name="connsiteX19" fmla="*/ 1540353 w 2660227"/>
                <a:gd name="connsiteY19" fmla="*/ 2002060 h 3454906"/>
                <a:gd name="connsiteX20" fmla="*/ 1278154 w 2660227"/>
                <a:gd name="connsiteY20" fmla="*/ 1784313 h 3454906"/>
                <a:gd name="connsiteX21" fmla="*/ 1025140 w 2660227"/>
                <a:gd name="connsiteY21" fmla="*/ 1793268 h 3454906"/>
                <a:gd name="connsiteX22" fmla="*/ 863670 w 2660227"/>
                <a:gd name="connsiteY22" fmla="*/ 1923869 h 3454906"/>
                <a:gd name="connsiteX23" fmla="*/ 211754 w 2660227"/>
                <a:gd name="connsiteY23" fmla="*/ 1736734 h 345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60227" h="3454906">
                  <a:moveTo>
                    <a:pt x="799045" y="0"/>
                  </a:moveTo>
                  <a:lnTo>
                    <a:pt x="2660227" y="423056"/>
                  </a:lnTo>
                  <a:lnTo>
                    <a:pt x="2531417" y="989674"/>
                  </a:lnTo>
                  <a:lnTo>
                    <a:pt x="1269571" y="702849"/>
                  </a:lnTo>
                  <a:lnTo>
                    <a:pt x="1037843" y="1349229"/>
                  </a:lnTo>
                  <a:cubicBezTo>
                    <a:pt x="1102634" y="1319646"/>
                    <a:pt x="1179395" y="1301181"/>
                    <a:pt x="1268161" y="1293864"/>
                  </a:cubicBezTo>
                  <a:cubicBezTo>
                    <a:pt x="1356930" y="1286528"/>
                    <a:pt x="1451039" y="1292644"/>
                    <a:pt x="1550495" y="1312190"/>
                  </a:cubicBezTo>
                  <a:cubicBezTo>
                    <a:pt x="1862724" y="1377044"/>
                    <a:pt x="2081162" y="1521826"/>
                    <a:pt x="2205816" y="1746499"/>
                  </a:cubicBezTo>
                  <a:cubicBezTo>
                    <a:pt x="2330471" y="1971172"/>
                    <a:pt x="2353807" y="2254949"/>
                    <a:pt x="2275866" y="2597837"/>
                  </a:cubicBezTo>
                  <a:cubicBezTo>
                    <a:pt x="2208164" y="2895682"/>
                    <a:pt x="2055623" y="3126482"/>
                    <a:pt x="1818237" y="3290258"/>
                  </a:cubicBezTo>
                  <a:cubicBezTo>
                    <a:pt x="1580853" y="3454033"/>
                    <a:pt x="1284897" y="3495628"/>
                    <a:pt x="930392" y="3415046"/>
                  </a:cubicBezTo>
                  <a:cubicBezTo>
                    <a:pt x="628193" y="3346354"/>
                    <a:pt x="384931" y="3203198"/>
                    <a:pt x="200621" y="2985600"/>
                  </a:cubicBezTo>
                  <a:cubicBezTo>
                    <a:pt x="16316" y="2767983"/>
                    <a:pt x="-41006" y="2522701"/>
                    <a:pt x="28672" y="2249762"/>
                  </a:cubicBezTo>
                  <a:lnTo>
                    <a:pt x="36000" y="2237670"/>
                  </a:lnTo>
                  <a:lnTo>
                    <a:pt x="765089" y="2357566"/>
                  </a:lnTo>
                  <a:cubicBezTo>
                    <a:pt x="736357" y="2483967"/>
                    <a:pt x="749143" y="2590771"/>
                    <a:pt x="803426" y="2677975"/>
                  </a:cubicBezTo>
                  <a:cubicBezTo>
                    <a:pt x="857703" y="2765197"/>
                    <a:pt x="942959" y="2822008"/>
                    <a:pt x="1059187" y="2848428"/>
                  </a:cubicBezTo>
                  <a:cubicBezTo>
                    <a:pt x="1192852" y="2878811"/>
                    <a:pt x="1298315" y="2853503"/>
                    <a:pt x="1375556" y="2772501"/>
                  </a:cubicBezTo>
                  <a:cubicBezTo>
                    <a:pt x="1452794" y="2691498"/>
                    <a:pt x="1507751" y="2579087"/>
                    <a:pt x="1540446" y="2435250"/>
                  </a:cubicBezTo>
                  <a:cubicBezTo>
                    <a:pt x="1580078" y="2260897"/>
                    <a:pt x="1580045" y="2116500"/>
                    <a:pt x="1540353" y="2002060"/>
                  </a:cubicBezTo>
                  <a:cubicBezTo>
                    <a:pt x="1500683" y="1887605"/>
                    <a:pt x="1413262" y="1815025"/>
                    <a:pt x="1278154" y="1784313"/>
                  </a:cubicBezTo>
                  <a:cubicBezTo>
                    <a:pt x="1179360" y="1761857"/>
                    <a:pt x="1095028" y="1764843"/>
                    <a:pt x="1025140" y="1793268"/>
                  </a:cubicBezTo>
                  <a:cubicBezTo>
                    <a:pt x="955271" y="1821697"/>
                    <a:pt x="901454" y="1865232"/>
                    <a:pt x="863670" y="1923869"/>
                  </a:cubicBezTo>
                  <a:lnTo>
                    <a:pt x="211754" y="1736734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5" name="方能演亦4-11">
              <a:extLst>
                <a:ext uri="{FF2B5EF4-FFF2-40B4-BE49-F238E27FC236}">
                  <a16:creationId xmlns:a16="http://schemas.microsoft.com/office/drawing/2014/main" id="{E87EC4B7-400D-32E3-D70A-857F7B6E30F9}"/>
                </a:ext>
              </a:extLst>
            </p:cNvPr>
            <p:cNvSpPr/>
            <p:nvPr/>
          </p:nvSpPr>
          <p:spPr>
            <a:xfrm>
              <a:off x="14942332" y="1345764"/>
              <a:ext cx="2723333" cy="3597670"/>
            </a:xfrm>
            <a:custGeom>
              <a:avLst/>
              <a:gdLst>
                <a:gd name="connsiteX0" fmla="*/ 766867 w 2723333"/>
                <a:gd name="connsiteY0" fmla="*/ 0 h 3597670"/>
                <a:gd name="connsiteX1" fmla="*/ 2723333 w 2723333"/>
                <a:gd name="connsiteY1" fmla="*/ 390513 h 3597670"/>
                <a:gd name="connsiteX2" fmla="*/ 2604427 w 2723333"/>
                <a:gd name="connsiteY2" fmla="*/ 986139 h 3597670"/>
                <a:gd name="connsiteX3" fmla="*/ 1277983 w 2723333"/>
                <a:gd name="connsiteY3" fmla="*/ 721378 h 3597670"/>
                <a:gd name="connsiteX4" fmla="*/ 1053747 w 2723333"/>
                <a:gd name="connsiteY4" fmla="*/ 1403198 h 3597670"/>
                <a:gd name="connsiteX5" fmla="*/ 1292873 w 2723333"/>
                <a:gd name="connsiteY5" fmla="*/ 1338970 h 3597670"/>
                <a:gd name="connsiteX6" fmla="*/ 1588393 w 2723333"/>
                <a:gd name="connsiteY6" fmla="*/ 1350300 h 3597670"/>
                <a:gd name="connsiteX7" fmla="*/ 2285165 w 2723333"/>
                <a:gd name="connsiteY7" fmla="*/ 1785963 h 3597670"/>
                <a:gd name="connsiteX8" fmla="*/ 2381936 w 2723333"/>
                <a:gd name="connsiteY8" fmla="*/ 2673587 h 3597670"/>
                <a:gd name="connsiteX9" fmla="*/ 1922933 w 2723333"/>
                <a:gd name="connsiteY9" fmla="*/ 3409771 h 3597670"/>
                <a:gd name="connsiteX10" fmla="*/ 998677 w 2723333"/>
                <a:gd name="connsiteY10" fmla="*/ 3564748 h 3597670"/>
                <a:gd name="connsiteX11" fmla="*/ 224247 w 2723333"/>
                <a:gd name="connsiteY11" fmla="*/ 3136227 h 3597670"/>
                <a:gd name="connsiteX12" fmla="*/ 24202 w 2723333"/>
                <a:gd name="connsiteY12" fmla="*/ 2372111 h 3597670"/>
                <a:gd name="connsiteX13" fmla="*/ 31524 w 2723333"/>
                <a:gd name="connsiteY13" fmla="*/ 2359273 h 3597670"/>
                <a:gd name="connsiteX14" fmla="*/ 796670 w 2723333"/>
                <a:gd name="connsiteY14" fmla="*/ 2464363 h 3597670"/>
                <a:gd name="connsiteX15" fmla="*/ 845600 w 2723333"/>
                <a:gd name="connsiteY15" fmla="*/ 2798097 h 3597670"/>
                <a:gd name="connsiteX16" fmla="*/ 1117566 w 2723333"/>
                <a:gd name="connsiteY16" fmla="*/ 2969121 h 3597670"/>
                <a:gd name="connsiteX17" fmla="*/ 1446036 w 2723333"/>
                <a:gd name="connsiteY17" fmla="*/ 2881024 h 3597670"/>
                <a:gd name="connsiteX18" fmla="*/ 1608992 w 2723333"/>
                <a:gd name="connsiteY18" fmla="*/ 2524065 h 3597670"/>
                <a:gd name="connsiteX19" fmla="*/ 1596900 w 2723333"/>
                <a:gd name="connsiteY19" fmla="*/ 2071426 h 3597670"/>
                <a:gd name="connsiteX20" fmla="*/ 1316897 w 2723333"/>
                <a:gd name="connsiteY20" fmla="*/ 1851163 h 3597670"/>
                <a:gd name="connsiteX21" fmla="*/ 1052772 w 2723333"/>
                <a:gd name="connsiteY21" fmla="*/ 1867526 h 3597670"/>
                <a:gd name="connsiteX22" fmla="*/ 887669 w 2723333"/>
                <a:gd name="connsiteY22" fmla="*/ 2008463 h 3597670"/>
                <a:gd name="connsiteX23" fmla="*/ 201297 w 2723333"/>
                <a:gd name="connsiteY23" fmla="*/ 1830977 h 359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23333" h="3597670">
                  <a:moveTo>
                    <a:pt x="766867" y="0"/>
                  </a:moveTo>
                  <a:lnTo>
                    <a:pt x="2723333" y="390513"/>
                  </a:lnTo>
                  <a:lnTo>
                    <a:pt x="2604427" y="986139"/>
                  </a:lnTo>
                  <a:lnTo>
                    <a:pt x="1277983" y="721378"/>
                  </a:lnTo>
                  <a:lnTo>
                    <a:pt x="1053747" y="1403198"/>
                  </a:lnTo>
                  <a:cubicBezTo>
                    <a:pt x="1120630" y="1370493"/>
                    <a:pt x="1200326" y="1349073"/>
                    <a:pt x="1292873" y="1338970"/>
                  </a:cubicBezTo>
                  <a:cubicBezTo>
                    <a:pt x="1385427" y="1328846"/>
                    <a:pt x="1483930" y="1332630"/>
                    <a:pt x="1588393" y="1350300"/>
                  </a:cubicBezTo>
                  <a:cubicBezTo>
                    <a:pt x="1916438" y="1409419"/>
                    <a:pt x="2148692" y="1554654"/>
                    <a:pt x="2285165" y="1785963"/>
                  </a:cubicBezTo>
                  <a:cubicBezTo>
                    <a:pt x="2421639" y="2017272"/>
                    <a:pt x="2453882" y="2313145"/>
                    <a:pt x="2381936" y="2673587"/>
                  </a:cubicBezTo>
                  <a:cubicBezTo>
                    <a:pt x="2319442" y="2986680"/>
                    <a:pt x="2166442" y="3232068"/>
                    <a:pt x="1922933" y="3409771"/>
                  </a:cubicBezTo>
                  <a:cubicBezTo>
                    <a:pt x="1679425" y="3587473"/>
                    <a:pt x="1371332" y="3639131"/>
                    <a:pt x="998677" y="3564748"/>
                  </a:cubicBezTo>
                  <a:cubicBezTo>
                    <a:pt x="681008" y="3501340"/>
                    <a:pt x="422858" y="3358491"/>
                    <a:pt x="224247" y="3136227"/>
                  </a:cubicBezTo>
                  <a:cubicBezTo>
                    <a:pt x="25641" y="2913943"/>
                    <a:pt x="-41047" y="2659235"/>
                    <a:pt x="24202" y="2372111"/>
                  </a:cubicBezTo>
                  <a:lnTo>
                    <a:pt x="31524" y="2359273"/>
                  </a:lnTo>
                  <a:lnTo>
                    <a:pt x="796670" y="2464363"/>
                  </a:lnTo>
                  <a:cubicBezTo>
                    <a:pt x="770149" y="2597235"/>
                    <a:pt x="786466" y="2708481"/>
                    <a:pt x="845600" y="2798097"/>
                  </a:cubicBezTo>
                  <a:cubicBezTo>
                    <a:pt x="904730" y="2887732"/>
                    <a:pt x="995388" y="2944734"/>
                    <a:pt x="1117566" y="2969121"/>
                  </a:cubicBezTo>
                  <a:cubicBezTo>
                    <a:pt x="1258074" y="2997167"/>
                    <a:pt x="1367571" y="2967802"/>
                    <a:pt x="1446036" y="2881024"/>
                  </a:cubicBezTo>
                  <a:cubicBezTo>
                    <a:pt x="1524501" y="2794246"/>
                    <a:pt x="1578811" y="2675265"/>
                    <a:pt x="1608992" y="2524065"/>
                  </a:cubicBezTo>
                  <a:cubicBezTo>
                    <a:pt x="1645574" y="2340785"/>
                    <a:pt x="1641542" y="2189905"/>
                    <a:pt x="1596900" y="2071426"/>
                  </a:cubicBezTo>
                  <a:cubicBezTo>
                    <a:pt x="1552279" y="1952930"/>
                    <a:pt x="1458922" y="1879512"/>
                    <a:pt x="1316897" y="1851163"/>
                  </a:cubicBezTo>
                  <a:cubicBezTo>
                    <a:pt x="1213046" y="1830435"/>
                    <a:pt x="1125011" y="1835890"/>
                    <a:pt x="1052772" y="1867526"/>
                  </a:cubicBezTo>
                  <a:cubicBezTo>
                    <a:pt x="980553" y="1899166"/>
                    <a:pt x="925524" y="1946146"/>
                    <a:pt x="887669" y="2008463"/>
                  </a:cubicBezTo>
                  <a:lnTo>
                    <a:pt x="201297" y="1830977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6" name="方能演亦4-12">
              <a:extLst>
                <a:ext uri="{FF2B5EF4-FFF2-40B4-BE49-F238E27FC236}">
                  <a16:creationId xmlns:a16="http://schemas.microsoft.com/office/drawing/2014/main" id="{E4C54D3D-F3C9-A7FE-F2AA-EFBBB5BDF4EE}"/>
                </a:ext>
              </a:extLst>
            </p:cNvPr>
            <p:cNvSpPr/>
            <p:nvPr/>
          </p:nvSpPr>
          <p:spPr>
            <a:xfrm>
              <a:off x="14910511" y="1278398"/>
              <a:ext cx="2786975" cy="3741290"/>
            </a:xfrm>
            <a:custGeom>
              <a:avLst/>
              <a:gdLst>
                <a:gd name="connsiteX0" fmla="*/ 735224 w 2786975"/>
                <a:gd name="connsiteY0" fmla="*/ 0 h 3741290"/>
                <a:gd name="connsiteX1" fmla="*/ 2786975 w 2786975"/>
                <a:gd name="connsiteY1" fmla="*/ 357970 h 3741290"/>
                <a:gd name="connsiteX2" fmla="*/ 2677977 w 2786975"/>
                <a:gd name="connsiteY2" fmla="*/ 982605 h 3741290"/>
                <a:gd name="connsiteX3" fmla="*/ 1286930 w 2786975"/>
                <a:gd name="connsiteY3" fmla="*/ 739907 h 3741290"/>
                <a:gd name="connsiteX4" fmla="*/ 1070190 w 2786975"/>
                <a:gd name="connsiteY4" fmla="*/ 1457167 h 3741290"/>
                <a:gd name="connsiteX5" fmla="*/ 1318125 w 2786975"/>
                <a:gd name="connsiteY5" fmla="*/ 1384075 h 3741290"/>
                <a:gd name="connsiteX6" fmla="*/ 1626828 w 2786975"/>
                <a:gd name="connsiteY6" fmla="*/ 1388410 h 3741290"/>
                <a:gd name="connsiteX7" fmla="*/ 2365052 w 2786975"/>
                <a:gd name="connsiteY7" fmla="*/ 1825427 h 3741290"/>
                <a:gd name="connsiteX8" fmla="*/ 2488542 w 2786975"/>
                <a:gd name="connsiteY8" fmla="*/ 2749337 h 3741290"/>
                <a:gd name="connsiteX9" fmla="*/ 2028165 w 2786975"/>
                <a:gd name="connsiteY9" fmla="*/ 3529283 h 3741290"/>
                <a:gd name="connsiteX10" fmla="*/ 1067500 w 2786975"/>
                <a:gd name="connsiteY10" fmla="*/ 3714449 h 3741290"/>
                <a:gd name="connsiteX11" fmla="*/ 248410 w 2786975"/>
                <a:gd name="connsiteY11" fmla="*/ 3286855 h 3741290"/>
                <a:gd name="connsiteX12" fmla="*/ 20269 w 2786975"/>
                <a:gd name="connsiteY12" fmla="*/ 2494460 h 3741290"/>
                <a:gd name="connsiteX13" fmla="*/ 27585 w 2786975"/>
                <a:gd name="connsiteY13" fmla="*/ 2480876 h 3741290"/>
                <a:gd name="connsiteX14" fmla="*/ 828787 w 2786975"/>
                <a:gd name="connsiteY14" fmla="*/ 2571160 h 3741290"/>
                <a:gd name="connsiteX15" fmla="*/ 888312 w 2786975"/>
                <a:gd name="connsiteY15" fmla="*/ 2918219 h 3741290"/>
                <a:gd name="connsiteX16" fmla="*/ 1176482 w 2786975"/>
                <a:gd name="connsiteY16" fmla="*/ 3089814 h 3741290"/>
                <a:gd name="connsiteX17" fmla="*/ 1517055 w 2786975"/>
                <a:gd name="connsiteY17" fmla="*/ 2989548 h 3741290"/>
                <a:gd name="connsiteX18" fmla="*/ 1678075 w 2786975"/>
                <a:gd name="connsiteY18" fmla="*/ 2612879 h 3741290"/>
                <a:gd name="connsiteX19" fmla="*/ 1653983 w 2786975"/>
                <a:gd name="connsiteY19" fmla="*/ 2140793 h 3741290"/>
                <a:gd name="connsiteX20" fmla="*/ 1356177 w 2786975"/>
                <a:gd name="connsiteY20" fmla="*/ 1918013 h 3741290"/>
                <a:gd name="connsiteX21" fmla="*/ 1080939 w 2786975"/>
                <a:gd name="connsiteY21" fmla="*/ 1941785 h 3741290"/>
                <a:gd name="connsiteX22" fmla="*/ 912202 w 2786975"/>
                <a:gd name="connsiteY22" fmla="*/ 2093057 h 3741290"/>
                <a:gd name="connsiteX23" fmla="*/ 191378 w 2786975"/>
                <a:gd name="connsiteY23" fmla="*/ 1925221 h 3741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86975" h="3741290">
                  <a:moveTo>
                    <a:pt x="735224" y="0"/>
                  </a:moveTo>
                  <a:lnTo>
                    <a:pt x="2786975" y="357970"/>
                  </a:lnTo>
                  <a:lnTo>
                    <a:pt x="2677977" y="982605"/>
                  </a:lnTo>
                  <a:lnTo>
                    <a:pt x="1286930" y="739907"/>
                  </a:lnTo>
                  <a:lnTo>
                    <a:pt x="1070190" y="1457167"/>
                  </a:lnTo>
                  <a:cubicBezTo>
                    <a:pt x="1139162" y="1421339"/>
                    <a:pt x="1221793" y="1396965"/>
                    <a:pt x="1318125" y="1384075"/>
                  </a:cubicBezTo>
                  <a:cubicBezTo>
                    <a:pt x="1414460" y="1371163"/>
                    <a:pt x="1517359" y="1372616"/>
                    <a:pt x="1626828" y="1388410"/>
                  </a:cubicBezTo>
                  <a:cubicBezTo>
                    <a:pt x="1970688" y="1441795"/>
                    <a:pt x="2216760" y="1587482"/>
                    <a:pt x="2365052" y="1825427"/>
                  </a:cubicBezTo>
                  <a:cubicBezTo>
                    <a:pt x="2513343" y="2063372"/>
                    <a:pt x="2554493" y="2371340"/>
                    <a:pt x="2488542" y="2749337"/>
                  </a:cubicBezTo>
                  <a:cubicBezTo>
                    <a:pt x="2431255" y="3077679"/>
                    <a:pt x="2277798" y="3337654"/>
                    <a:pt x="2028165" y="3529283"/>
                  </a:cubicBezTo>
                  <a:cubicBezTo>
                    <a:pt x="1778534" y="3720913"/>
                    <a:pt x="1458304" y="3782633"/>
                    <a:pt x="1067500" y="3714449"/>
                  </a:cubicBezTo>
                  <a:cubicBezTo>
                    <a:pt x="734360" y="3656325"/>
                    <a:pt x="461323" y="3513785"/>
                    <a:pt x="248410" y="3286855"/>
                  </a:cubicBezTo>
                  <a:cubicBezTo>
                    <a:pt x="35502" y="3059902"/>
                    <a:pt x="-40550" y="2795769"/>
                    <a:pt x="20269" y="2494460"/>
                  </a:cubicBezTo>
                  <a:lnTo>
                    <a:pt x="27585" y="2480876"/>
                  </a:lnTo>
                  <a:lnTo>
                    <a:pt x="828787" y="2571160"/>
                  </a:lnTo>
                  <a:cubicBezTo>
                    <a:pt x="804476" y="2710503"/>
                    <a:pt x="824324" y="2826191"/>
                    <a:pt x="888312" y="2918219"/>
                  </a:cubicBezTo>
                  <a:cubicBezTo>
                    <a:pt x="952294" y="3010268"/>
                    <a:pt x="1048352" y="3067460"/>
                    <a:pt x="1176482" y="3089814"/>
                  </a:cubicBezTo>
                  <a:cubicBezTo>
                    <a:pt x="1323833" y="3115523"/>
                    <a:pt x="1437364" y="3082102"/>
                    <a:pt x="1517055" y="2989548"/>
                  </a:cubicBezTo>
                  <a:cubicBezTo>
                    <a:pt x="1596745" y="2896993"/>
                    <a:pt x="1650410" y="2771443"/>
                    <a:pt x="1678075" y="2612879"/>
                  </a:cubicBezTo>
                  <a:cubicBezTo>
                    <a:pt x="1711609" y="2420673"/>
                    <a:pt x="1703577" y="2263311"/>
                    <a:pt x="1653983" y="2140793"/>
                  </a:cubicBezTo>
                  <a:cubicBezTo>
                    <a:pt x="1604411" y="2018256"/>
                    <a:pt x="1505120" y="1944000"/>
                    <a:pt x="1356177" y="1918013"/>
                  </a:cubicBezTo>
                  <a:cubicBezTo>
                    <a:pt x="1247269" y="1899012"/>
                    <a:pt x="1155530" y="1906937"/>
                    <a:pt x="1080939" y="1941785"/>
                  </a:cubicBezTo>
                  <a:cubicBezTo>
                    <a:pt x="1006370" y="1976636"/>
                    <a:pt x="950132" y="2027061"/>
                    <a:pt x="912202" y="2093057"/>
                  </a:cubicBezTo>
                  <a:lnTo>
                    <a:pt x="191378" y="1925221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7" name="方能演亦4-13">
              <a:extLst>
                <a:ext uri="{FF2B5EF4-FFF2-40B4-BE49-F238E27FC236}">
                  <a16:creationId xmlns:a16="http://schemas.microsoft.com/office/drawing/2014/main" id="{B89F1D49-66F8-64F9-E4C0-4872697B0A46}"/>
                </a:ext>
              </a:extLst>
            </p:cNvPr>
            <p:cNvSpPr/>
            <p:nvPr/>
          </p:nvSpPr>
          <p:spPr>
            <a:xfrm>
              <a:off x="14878209" y="1211031"/>
              <a:ext cx="2851099" cy="3885693"/>
            </a:xfrm>
            <a:custGeom>
              <a:avLst/>
              <a:gdLst>
                <a:gd name="connsiteX0" fmla="*/ 704066 w 2851099"/>
                <a:gd name="connsiteY0" fmla="*/ 0 h 3885693"/>
                <a:gd name="connsiteX1" fmla="*/ 2851099 w 2851099"/>
                <a:gd name="connsiteY1" fmla="*/ 325428 h 3885693"/>
                <a:gd name="connsiteX2" fmla="*/ 2752007 w 2851099"/>
                <a:gd name="connsiteY2" fmla="*/ 979070 h 3885693"/>
                <a:gd name="connsiteX3" fmla="*/ 1296361 w 2851099"/>
                <a:gd name="connsiteY3" fmla="*/ 758436 h 3885693"/>
                <a:gd name="connsiteX4" fmla="*/ 1087115 w 2851099"/>
                <a:gd name="connsiteY4" fmla="*/ 1511136 h 3885693"/>
                <a:gd name="connsiteX5" fmla="*/ 1343858 w 2851099"/>
                <a:gd name="connsiteY5" fmla="*/ 1429180 h 3885693"/>
                <a:gd name="connsiteX6" fmla="*/ 1665748 w 2851099"/>
                <a:gd name="connsiteY6" fmla="*/ 1426520 h 3885693"/>
                <a:gd name="connsiteX7" fmla="*/ 2445421 w 2851099"/>
                <a:gd name="connsiteY7" fmla="*/ 1864891 h 3885693"/>
                <a:gd name="connsiteX8" fmla="*/ 2595632 w 2851099"/>
                <a:gd name="connsiteY8" fmla="*/ 2825087 h 3885693"/>
                <a:gd name="connsiteX9" fmla="*/ 2133881 w 2851099"/>
                <a:gd name="connsiteY9" fmla="*/ 3648796 h 3885693"/>
                <a:gd name="connsiteX10" fmla="*/ 1136807 w 2851099"/>
                <a:gd name="connsiteY10" fmla="*/ 3864151 h 3885693"/>
                <a:gd name="connsiteX11" fmla="*/ 273058 w 2851099"/>
                <a:gd name="connsiteY11" fmla="*/ 3437482 h 3885693"/>
                <a:gd name="connsiteX12" fmla="*/ 16818 w 2851099"/>
                <a:gd name="connsiteY12" fmla="*/ 2616808 h 3885693"/>
                <a:gd name="connsiteX13" fmla="*/ 24129 w 2851099"/>
                <a:gd name="connsiteY13" fmla="*/ 2602479 h 3885693"/>
                <a:gd name="connsiteX14" fmla="*/ 861388 w 2851099"/>
                <a:gd name="connsiteY14" fmla="*/ 2677957 h 3885693"/>
                <a:gd name="connsiteX15" fmla="*/ 931506 w 2851099"/>
                <a:gd name="connsiteY15" fmla="*/ 3038341 h 3885693"/>
                <a:gd name="connsiteX16" fmla="*/ 1235880 w 2851099"/>
                <a:gd name="connsiteY16" fmla="*/ 3210508 h 3885693"/>
                <a:gd name="connsiteX17" fmla="*/ 1588556 w 2851099"/>
                <a:gd name="connsiteY17" fmla="*/ 3098071 h 3885693"/>
                <a:gd name="connsiteX18" fmla="*/ 1747641 w 2851099"/>
                <a:gd name="connsiteY18" fmla="*/ 2701694 h 3885693"/>
                <a:gd name="connsiteX19" fmla="*/ 1711548 w 2851099"/>
                <a:gd name="connsiteY19" fmla="*/ 2210159 h 3885693"/>
                <a:gd name="connsiteX20" fmla="*/ 1395941 w 2851099"/>
                <a:gd name="connsiteY20" fmla="*/ 1984864 h 3885693"/>
                <a:gd name="connsiteX21" fmla="*/ 1109590 w 2851099"/>
                <a:gd name="connsiteY21" fmla="*/ 2016043 h 3885693"/>
                <a:gd name="connsiteX22" fmla="*/ 937220 w 2851099"/>
                <a:gd name="connsiteY22" fmla="*/ 2177651 h 3885693"/>
                <a:gd name="connsiteX23" fmla="*/ 181941 w 2851099"/>
                <a:gd name="connsiteY23" fmla="*/ 2019465 h 38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51099" h="3885693">
                  <a:moveTo>
                    <a:pt x="704066" y="0"/>
                  </a:moveTo>
                  <a:lnTo>
                    <a:pt x="2851099" y="325428"/>
                  </a:lnTo>
                  <a:lnTo>
                    <a:pt x="2752007" y="979070"/>
                  </a:lnTo>
                  <a:lnTo>
                    <a:pt x="1296361" y="758436"/>
                  </a:lnTo>
                  <a:lnTo>
                    <a:pt x="1087115" y="1511136"/>
                  </a:lnTo>
                  <a:cubicBezTo>
                    <a:pt x="1158176" y="1472186"/>
                    <a:pt x="1243744" y="1444857"/>
                    <a:pt x="1343858" y="1429180"/>
                  </a:cubicBezTo>
                  <a:cubicBezTo>
                    <a:pt x="1443977" y="1413481"/>
                    <a:pt x="1551270" y="1412602"/>
                    <a:pt x="1665748" y="1426520"/>
                  </a:cubicBezTo>
                  <a:cubicBezTo>
                    <a:pt x="2025422" y="1474171"/>
                    <a:pt x="2285312" y="1620309"/>
                    <a:pt x="2445421" y="1864891"/>
                  </a:cubicBezTo>
                  <a:cubicBezTo>
                    <a:pt x="2605531" y="2109473"/>
                    <a:pt x="2655587" y="2429536"/>
                    <a:pt x="2595632" y="2825087"/>
                  </a:cubicBezTo>
                  <a:cubicBezTo>
                    <a:pt x="2543553" y="3168677"/>
                    <a:pt x="2389637" y="3443239"/>
                    <a:pt x="2133881" y="3648796"/>
                  </a:cubicBezTo>
                  <a:cubicBezTo>
                    <a:pt x="1878124" y="3854353"/>
                    <a:pt x="1545760" y="3926137"/>
                    <a:pt x="1136807" y="3864151"/>
                  </a:cubicBezTo>
                  <a:cubicBezTo>
                    <a:pt x="788194" y="3811311"/>
                    <a:pt x="500272" y="3669079"/>
                    <a:pt x="273058" y="3437482"/>
                  </a:cubicBezTo>
                  <a:cubicBezTo>
                    <a:pt x="45848" y="3205862"/>
                    <a:pt x="-39573" y="2932303"/>
                    <a:pt x="16818" y="2616808"/>
                  </a:cubicBezTo>
                  <a:lnTo>
                    <a:pt x="24129" y="2602479"/>
                  </a:lnTo>
                  <a:lnTo>
                    <a:pt x="861388" y="2677957"/>
                  </a:lnTo>
                  <a:cubicBezTo>
                    <a:pt x="839287" y="2823772"/>
                    <a:pt x="862667" y="2943900"/>
                    <a:pt x="931506" y="3038341"/>
                  </a:cubicBezTo>
                  <a:cubicBezTo>
                    <a:pt x="1000341" y="3132803"/>
                    <a:pt x="1101801" y="3190185"/>
                    <a:pt x="1235880" y="3210508"/>
                  </a:cubicBezTo>
                  <a:cubicBezTo>
                    <a:pt x="1390075" y="3233879"/>
                    <a:pt x="1507640" y="3196401"/>
                    <a:pt x="1588556" y="3098071"/>
                  </a:cubicBezTo>
                  <a:cubicBezTo>
                    <a:pt x="1669470" y="2999741"/>
                    <a:pt x="1722490" y="2867622"/>
                    <a:pt x="1747641" y="2701694"/>
                  </a:cubicBezTo>
                  <a:cubicBezTo>
                    <a:pt x="1778127" y="2500562"/>
                    <a:pt x="1766094" y="2336717"/>
                    <a:pt x="1711548" y="2210159"/>
                  </a:cubicBezTo>
                  <a:cubicBezTo>
                    <a:pt x="1657028" y="2083582"/>
                    <a:pt x="1551802" y="2008488"/>
                    <a:pt x="1395941" y="1984864"/>
                  </a:cubicBezTo>
                  <a:cubicBezTo>
                    <a:pt x="1281975" y="1967590"/>
                    <a:pt x="1186531" y="1977984"/>
                    <a:pt x="1109590" y="2016043"/>
                  </a:cubicBezTo>
                  <a:cubicBezTo>
                    <a:pt x="1032672" y="2054106"/>
                    <a:pt x="975221" y="2107976"/>
                    <a:pt x="937220" y="2177651"/>
                  </a:cubicBezTo>
                  <a:lnTo>
                    <a:pt x="181941" y="2019465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8" name="方能演亦4-14">
              <a:extLst>
                <a:ext uri="{FF2B5EF4-FFF2-40B4-BE49-F238E27FC236}">
                  <a16:creationId xmlns:a16="http://schemas.microsoft.com/office/drawing/2014/main" id="{6F59F763-0D95-3C6C-2DFF-12DDBF415D0B}"/>
                </a:ext>
              </a:extLst>
            </p:cNvPr>
            <p:cNvSpPr/>
            <p:nvPr/>
          </p:nvSpPr>
          <p:spPr>
            <a:xfrm>
              <a:off x="14845474" y="1143665"/>
              <a:ext cx="2915655" cy="4030811"/>
            </a:xfrm>
            <a:custGeom>
              <a:avLst/>
              <a:gdLst>
                <a:gd name="connsiteX0" fmla="*/ 673338 w 2915655"/>
                <a:gd name="connsiteY0" fmla="*/ 0 h 4030811"/>
                <a:gd name="connsiteX1" fmla="*/ 2915655 w 2915655"/>
                <a:gd name="connsiteY1" fmla="*/ 292885 h 4030811"/>
                <a:gd name="connsiteX2" fmla="*/ 2826472 w 2915655"/>
                <a:gd name="connsiteY2" fmla="*/ 975536 h 4030811"/>
                <a:gd name="connsiteX3" fmla="*/ 1306223 w 2915655"/>
                <a:gd name="connsiteY3" fmla="*/ 776964 h 4030811"/>
                <a:gd name="connsiteX4" fmla="*/ 1104473 w 2915655"/>
                <a:gd name="connsiteY4" fmla="*/ 1565105 h 4030811"/>
                <a:gd name="connsiteX5" fmla="*/ 1370024 w 2915655"/>
                <a:gd name="connsiteY5" fmla="*/ 1474285 h 4030811"/>
                <a:gd name="connsiteX6" fmla="*/ 1705098 w 2915655"/>
                <a:gd name="connsiteY6" fmla="*/ 1464630 h 4030811"/>
                <a:gd name="connsiteX7" fmla="*/ 2526223 w 2915655"/>
                <a:gd name="connsiteY7" fmla="*/ 1904355 h 4030811"/>
                <a:gd name="connsiteX8" fmla="*/ 2703154 w 2915655"/>
                <a:gd name="connsiteY8" fmla="*/ 2900837 h 4030811"/>
                <a:gd name="connsiteX9" fmla="*/ 2240028 w 2915655"/>
                <a:gd name="connsiteY9" fmla="*/ 3768309 h 4030811"/>
                <a:gd name="connsiteX10" fmla="*/ 1206544 w 2915655"/>
                <a:gd name="connsiteY10" fmla="*/ 4013853 h 4030811"/>
                <a:gd name="connsiteX11" fmla="*/ 298136 w 2915655"/>
                <a:gd name="connsiteY11" fmla="*/ 3588110 h 4030811"/>
                <a:gd name="connsiteX12" fmla="*/ 13800 w 2915655"/>
                <a:gd name="connsiteY12" fmla="*/ 2739157 h 4030811"/>
                <a:gd name="connsiteX13" fmla="*/ 21105 w 2915655"/>
                <a:gd name="connsiteY13" fmla="*/ 2724082 h 4030811"/>
                <a:gd name="connsiteX14" fmla="*/ 894421 w 2915655"/>
                <a:gd name="connsiteY14" fmla="*/ 2784755 h 4030811"/>
                <a:gd name="connsiteX15" fmla="*/ 975133 w 2915655"/>
                <a:gd name="connsiteY15" fmla="*/ 3158463 h 4030811"/>
                <a:gd name="connsiteX16" fmla="*/ 1295711 w 2915655"/>
                <a:gd name="connsiteY16" fmla="*/ 3331201 h 4030811"/>
                <a:gd name="connsiteX17" fmla="*/ 1660490 w 2915655"/>
                <a:gd name="connsiteY17" fmla="*/ 3206595 h 4030811"/>
                <a:gd name="connsiteX18" fmla="*/ 1817639 w 2915655"/>
                <a:gd name="connsiteY18" fmla="*/ 2790508 h 4030811"/>
                <a:gd name="connsiteX19" fmla="*/ 1769547 w 2915655"/>
                <a:gd name="connsiteY19" fmla="*/ 2279526 h 4030811"/>
                <a:gd name="connsiteX20" fmla="*/ 1436136 w 2915655"/>
                <a:gd name="connsiteY20" fmla="*/ 2051714 h 4030811"/>
                <a:gd name="connsiteX21" fmla="*/ 1138672 w 2915655"/>
                <a:gd name="connsiteY21" fmla="*/ 2090302 h 4030811"/>
                <a:gd name="connsiteX22" fmla="*/ 962669 w 2915655"/>
                <a:gd name="connsiteY22" fmla="*/ 2262245 h 4030811"/>
                <a:gd name="connsiteX23" fmla="*/ 172937 w 2915655"/>
                <a:gd name="connsiteY23" fmla="*/ 2113709 h 403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15655" h="4030811">
                  <a:moveTo>
                    <a:pt x="673338" y="0"/>
                  </a:moveTo>
                  <a:lnTo>
                    <a:pt x="2915655" y="292885"/>
                  </a:lnTo>
                  <a:lnTo>
                    <a:pt x="2826472" y="975536"/>
                  </a:lnTo>
                  <a:lnTo>
                    <a:pt x="1306223" y="776964"/>
                  </a:lnTo>
                  <a:lnTo>
                    <a:pt x="1104473" y="1565105"/>
                  </a:lnTo>
                  <a:cubicBezTo>
                    <a:pt x="1177623" y="1523032"/>
                    <a:pt x="1266127" y="1492749"/>
                    <a:pt x="1370024" y="1474285"/>
                  </a:cubicBezTo>
                  <a:cubicBezTo>
                    <a:pt x="1473925" y="1455798"/>
                    <a:pt x="1585614" y="1452588"/>
                    <a:pt x="1705098" y="1464630"/>
                  </a:cubicBezTo>
                  <a:cubicBezTo>
                    <a:pt x="2080587" y="1506547"/>
                    <a:pt x="2354294" y="1653137"/>
                    <a:pt x="2526223" y="1904355"/>
                  </a:cubicBezTo>
                  <a:cubicBezTo>
                    <a:pt x="2698151" y="2155573"/>
                    <a:pt x="2757113" y="2487732"/>
                    <a:pt x="2703154" y="2900837"/>
                  </a:cubicBezTo>
                  <a:cubicBezTo>
                    <a:pt x="2656282" y="3259675"/>
                    <a:pt x="2501908" y="3548825"/>
                    <a:pt x="2240028" y="3768309"/>
                  </a:cubicBezTo>
                  <a:cubicBezTo>
                    <a:pt x="1978148" y="3987793"/>
                    <a:pt x="1633647" y="4069639"/>
                    <a:pt x="1206544" y="4013853"/>
                  </a:cubicBezTo>
                  <a:cubicBezTo>
                    <a:pt x="842461" y="3966296"/>
                    <a:pt x="539651" y="3824373"/>
                    <a:pt x="298136" y="3588110"/>
                  </a:cubicBezTo>
                  <a:cubicBezTo>
                    <a:pt x="56625" y="3351822"/>
                    <a:pt x="-38161" y="3068837"/>
                    <a:pt x="13800" y="2739157"/>
                  </a:cubicBezTo>
                  <a:lnTo>
                    <a:pt x="21105" y="2724082"/>
                  </a:lnTo>
                  <a:lnTo>
                    <a:pt x="894421" y="2784755"/>
                  </a:lnTo>
                  <a:cubicBezTo>
                    <a:pt x="874529" y="2937040"/>
                    <a:pt x="901440" y="3061610"/>
                    <a:pt x="975133" y="3158463"/>
                  </a:cubicBezTo>
                  <a:cubicBezTo>
                    <a:pt x="1048820" y="3255339"/>
                    <a:pt x="1155681" y="3312911"/>
                    <a:pt x="1295711" y="3331201"/>
                  </a:cubicBezTo>
                  <a:cubicBezTo>
                    <a:pt x="1456749" y="3352236"/>
                    <a:pt x="1578348" y="3310700"/>
                    <a:pt x="1660490" y="3206595"/>
                  </a:cubicBezTo>
                  <a:cubicBezTo>
                    <a:pt x="1742629" y="3102488"/>
                    <a:pt x="1795004" y="2963800"/>
                    <a:pt x="1817639" y="2790508"/>
                  </a:cubicBezTo>
                  <a:cubicBezTo>
                    <a:pt x="1845077" y="2580450"/>
                    <a:pt x="1829044" y="2410123"/>
                    <a:pt x="1769547" y="2279526"/>
                  </a:cubicBezTo>
                  <a:cubicBezTo>
                    <a:pt x="1710075" y="2148908"/>
                    <a:pt x="1598914" y="2072976"/>
                    <a:pt x="1436136" y="2051714"/>
                  </a:cubicBezTo>
                  <a:cubicBezTo>
                    <a:pt x="1317113" y="2036167"/>
                    <a:pt x="1217965" y="2049031"/>
                    <a:pt x="1138672" y="2090302"/>
                  </a:cubicBezTo>
                  <a:cubicBezTo>
                    <a:pt x="1059404" y="2131576"/>
                    <a:pt x="1000744" y="2188891"/>
                    <a:pt x="962669" y="2262245"/>
                  </a:cubicBezTo>
                  <a:lnTo>
                    <a:pt x="172937" y="2113709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9" name="方能演亦4-15">
              <a:extLst>
                <a:ext uri="{FF2B5EF4-FFF2-40B4-BE49-F238E27FC236}">
                  <a16:creationId xmlns:a16="http://schemas.microsoft.com/office/drawing/2014/main" id="{33170E64-FE70-ED71-7DC4-BEB038736786}"/>
                </a:ext>
              </a:extLst>
            </p:cNvPr>
            <p:cNvSpPr/>
            <p:nvPr/>
          </p:nvSpPr>
          <p:spPr>
            <a:xfrm>
              <a:off x="14812348" y="1076300"/>
              <a:ext cx="2980603" cy="4176587"/>
            </a:xfrm>
            <a:custGeom>
              <a:avLst/>
              <a:gdLst>
                <a:gd name="connsiteX0" fmla="*/ 643002 w 2980603"/>
                <a:gd name="connsiteY0" fmla="*/ 0 h 4176587"/>
                <a:gd name="connsiteX1" fmla="*/ 2980603 w 2980603"/>
                <a:gd name="connsiteY1" fmla="*/ 260342 h 4176587"/>
                <a:gd name="connsiteX2" fmla="*/ 2901324 w 2980603"/>
                <a:gd name="connsiteY2" fmla="*/ 972001 h 4176587"/>
                <a:gd name="connsiteX3" fmla="*/ 1316477 w 2980603"/>
                <a:gd name="connsiteY3" fmla="*/ 795493 h 4176587"/>
                <a:gd name="connsiteX4" fmla="*/ 1122219 w 2980603"/>
                <a:gd name="connsiteY4" fmla="*/ 1619074 h 4176587"/>
                <a:gd name="connsiteX5" fmla="*/ 1396579 w 2980603"/>
                <a:gd name="connsiteY5" fmla="*/ 1519390 h 4176587"/>
                <a:gd name="connsiteX6" fmla="*/ 1744838 w 2980603"/>
                <a:gd name="connsiteY6" fmla="*/ 1502739 h 4176587"/>
                <a:gd name="connsiteX7" fmla="*/ 2607414 w 2980603"/>
                <a:gd name="connsiteY7" fmla="*/ 1943819 h 4176587"/>
                <a:gd name="connsiteX8" fmla="*/ 2811065 w 2980603"/>
                <a:gd name="connsiteY8" fmla="*/ 2976587 h 4176587"/>
                <a:gd name="connsiteX9" fmla="*/ 2346566 w 2980603"/>
                <a:gd name="connsiteY9" fmla="*/ 3887821 h 4176587"/>
                <a:gd name="connsiteX10" fmla="*/ 1276671 w 2980603"/>
                <a:gd name="connsiteY10" fmla="*/ 4163554 h 4176587"/>
                <a:gd name="connsiteX11" fmla="*/ 323604 w 2980603"/>
                <a:gd name="connsiteY11" fmla="*/ 3738737 h 4176587"/>
                <a:gd name="connsiteX12" fmla="*/ 11172 w 2980603"/>
                <a:gd name="connsiteY12" fmla="*/ 2861507 h 4176587"/>
                <a:gd name="connsiteX13" fmla="*/ 18471 w 2980603"/>
                <a:gd name="connsiteY13" fmla="*/ 2845685 h 4176587"/>
                <a:gd name="connsiteX14" fmla="*/ 927843 w 2980603"/>
                <a:gd name="connsiteY14" fmla="*/ 2891552 h 4176587"/>
                <a:gd name="connsiteX15" fmla="*/ 1019149 w 2980603"/>
                <a:gd name="connsiteY15" fmla="*/ 3278586 h 4176587"/>
                <a:gd name="connsiteX16" fmla="*/ 1355932 w 2980603"/>
                <a:gd name="connsiteY16" fmla="*/ 3451895 h 4176587"/>
                <a:gd name="connsiteX17" fmla="*/ 1732813 w 2980603"/>
                <a:gd name="connsiteY17" fmla="*/ 3315118 h 4176587"/>
                <a:gd name="connsiteX18" fmla="*/ 1888026 w 2980603"/>
                <a:gd name="connsiteY18" fmla="*/ 2879323 h 4176587"/>
                <a:gd name="connsiteX19" fmla="*/ 1827936 w 2980603"/>
                <a:gd name="connsiteY19" fmla="*/ 2348892 h 4176587"/>
                <a:gd name="connsiteX20" fmla="*/ 1476721 w 2980603"/>
                <a:gd name="connsiteY20" fmla="*/ 2118564 h 4176587"/>
                <a:gd name="connsiteX21" fmla="*/ 1168146 w 2980603"/>
                <a:gd name="connsiteY21" fmla="*/ 2164560 h 4176587"/>
                <a:gd name="connsiteX22" fmla="*/ 988509 w 2980603"/>
                <a:gd name="connsiteY22" fmla="*/ 2346840 h 4176587"/>
                <a:gd name="connsiteX23" fmla="*/ 164322 w 2980603"/>
                <a:gd name="connsiteY23" fmla="*/ 2207953 h 417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80603" h="4176587">
                  <a:moveTo>
                    <a:pt x="643002" y="0"/>
                  </a:moveTo>
                  <a:lnTo>
                    <a:pt x="2980603" y="260342"/>
                  </a:lnTo>
                  <a:lnTo>
                    <a:pt x="2901324" y="972001"/>
                  </a:lnTo>
                  <a:lnTo>
                    <a:pt x="1316477" y="795493"/>
                  </a:lnTo>
                  <a:lnTo>
                    <a:pt x="1122219" y="1619074"/>
                  </a:lnTo>
                  <a:cubicBezTo>
                    <a:pt x="1197461" y="1573879"/>
                    <a:pt x="1288899" y="1540641"/>
                    <a:pt x="1396579" y="1519390"/>
                  </a:cubicBezTo>
                  <a:cubicBezTo>
                    <a:pt x="1504264" y="1498116"/>
                    <a:pt x="1620347" y="1492575"/>
                    <a:pt x="1744838" y="1502739"/>
                  </a:cubicBezTo>
                  <a:cubicBezTo>
                    <a:pt x="2136143" y="1538922"/>
                    <a:pt x="2423667" y="1685965"/>
                    <a:pt x="2607414" y="1943819"/>
                  </a:cubicBezTo>
                  <a:cubicBezTo>
                    <a:pt x="2791160" y="2201673"/>
                    <a:pt x="2859029" y="2545928"/>
                    <a:pt x="2811065" y="2976587"/>
                  </a:cubicBezTo>
                  <a:cubicBezTo>
                    <a:pt x="2769402" y="3350674"/>
                    <a:pt x="2614570" y="3654410"/>
                    <a:pt x="2346566" y="3887821"/>
                  </a:cubicBezTo>
                  <a:cubicBezTo>
                    <a:pt x="2078562" y="4121233"/>
                    <a:pt x="1721923" y="4213142"/>
                    <a:pt x="1276671" y="4163554"/>
                  </a:cubicBezTo>
                  <a:cubicBezTo>
                    <a:pt x="897118" y="4121282"/>
                    <a:pt x="579421" y="3979667"/>
                    <a:pt x="323604" y="3738737"/>
                  </a:cubicBezTo>
                  <a:cubicBezTo>
                    <a:pt x="67792" y="3497782"/>
                    <a:pt x="-36360" y="3205370"/>
                    <a:pt x="11172" y="2861507"/>
                  </a:cubicBezTo>
                  <a:lnTo>
                    <a:pt x="18471" y="2845685"/>
                  </a:lnTo>
                  <a:lnTo>
                    <a:pt x="927843" y="2891552"/>
                  </a:lnTo>
                  <a:cubicBezTo>
                    <a:pt x="910162" y="3050308"/>
                    <a:pt x="940605" y="3179320"/>
                    <a:pt x="1019149" y="3278586"/>
                  </a:cubicBezTo>
                  <a:cubicBezTo>
                    <a:pt x="1097689" y="3377874"/>
                    <a:pt x="1209952" y="3435636"/>
                    <a:pt x="1355932" y="3451895"/>
                  </a:cubicBezTo>
                  <a:cubicBezTo>
                    <a:pt x="1523813" y="3470591"/>
                    <a:pt x="1649446" y="3425000"/>
                    <a:pt x="1732813" y="3315118"/>
                  </a:cubicBezTo>
                  <a:cubicBezTo>
                    <a:pt x="1816178" y="3205236"/>
                    <a:pt x="1867907" y="3059978"/>
                    <a:pt x="1888026" y="2879323"/>
                  </a:cubicBezTo>
                  <a:cubicBezTo>
                    <a:pt x="1912416" y="2660339"/>
                    <a:pt x="1892383" y="2483528"/>
                    <a:pt x="1827936" y="2348892"/>
                  </a:cubicBezTo>
                  <a:cubicBezTo>
                    <a:pt x="1763513" y="2214234"/>
                    <a:pt x="1646416" y="2137463"/>
                    <a:pt x="1476721" y="2118564"/>
                  </a:cubicBezTo>
                  <a:cubicBezTo>
                    <a:pt x="1352641" y="2104745"/>
                    <a:pt x="1249789" y="2120078"/>
                    <a:pt x="1168146" y="2164560"/>
                  </a:cubicBezTo>
                  <a:cubicBezTo>
                    <a:pt x="1086528" y="2209045"/>
                    <a:pt x="1026656" y="2269805"/>
                    <a:pt x="988509" y="2346840"/>
                  </a:cubicBezTo>
                  <a:lnTo>
                    <a:pt x="164322" y="2207953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0" name="方能演亦4-16">
              <a:extLst>
                <a:ext uri="{FF2B5EF4-FFF2-40B4-BE49-F238E27FC236}">
                  <a16:creationId xmlns:a16="http://schemas.microsoft.com/office/drawing/2014/main" id="{B0779622-F299-E555-80A7-12CBEFBAB20D}"/>
                </a:ext>
              </a:extLst>
            </p:cNvPr>
            <p:cNvSpPr/>
            <p:nvPr/>
          </p:nvSpPr>
          <p:spPr>
            <a:xfrm>
              <a:off x="14778870" y="1008934"/>
              <a:ext cx="3045903" cy="4322968"/>
            </a:xfrm>
            <a:custGeom>
              <a:avLst/>
              <a:gdLst>
                <a:gd name="connsiteX0" fmla="*/ 613018 w 3045903"/>
                <a:gd name="connsiteY0" fmla="*/ 0 h 4322968"/>
                <a:gd name="connsiteX1" fmla="*/ 3045903 w 3045903"/>
                <a:gd name="connsiteY1" fmla="*/ 227799 h 4322968"/>
                <a:gd name="connsiteX2" fmla="*/ 2976533 w 3045903"/>
                <a:gd name="connsiteY2" fmla="*/ 968467 h 4322968"/>
                <a:gd name="connsiteX3" fmla="*/ 1327084 w 3045903"/>
                <a:gd name="connsiteY3" fmla="*/ 814022 h 4322968"/>
                <a:gd name="connsiteX4" fmla="*/ 1140321 w 3045903"/>
                <a:gd name="connsiteY4" fmla="*/ 1673043 h 4322968"/>
                <a:gd name="connsiteX5" fmla="*/ 1423489 w 3045903"/>
                <a:gd name="connsiteY5" fmla="*/ 1564496 h 4322968"/>
                <a:gd name="connsiteX6" fmla="*/ 1784932 w 3045903"/>
                <a:gd name="connsiteY6" fmla="*/ 1540849 h 4322968"/>
                <a:gd name="connsiteX7" fmla="*/ 2688959 w 3045903"/>
                <a:gd name="connsiteY7" fmla="*/ 1983283 h 4322968"/>
                <a:gd name="connsiteX8" fmla="*/ 2919330 w 3045903"/>
                <a:gd name="connsiteY8" fmla="*/ 3052337 h 4322968"/>
                <a:gd name="connsiteX9" fmla="*/ 2453457 w 3045903"/>
                <a:gd name="connsiteY9" fmla="*/ 4007334 h 4322968"/>
                <a:gd name="connsiteX10" fmla="*/ 1347154 w 3045903"/>
                <a:gd name="connsiteY10" fmla="*/ 4313255 h 4322968"/>
                <a:gd name="connsiteX11" fmla="*/ 349428 w 3045903"/>
                <a:gd name="connsiteY11" fmla="*/ 3889364 h 4322968"/>
                <a:gd name="connsiteX12" fmla="*/ 8897 w 3045903"/>
                <a:gd name="connsiteY12" fmla="*/ 2983856 h 4322968"/>
                <a:gd name="connsiteX13" fmla="*/ 16191 w 3045903"/>
                <a:gd name="connsiteY13" fmla="*/ 2967289 h 4322968"/>
                <a:gd name="connsiteX14" fmla="*/ 961620 w 3045903"/>
                <a:gd name="connsiteY14" fmla="*/ 2998349 h 4322968"/>
                <a:gd name="connsiteX15" fmla="*/ 1063521 w 3045903"/>
                <a:gd name="connsiteY15" fmla="*/ 3398708 h 4322968"/>
                <a:gd name="connsiteX16" fmla="*/ 1416505 w 3045903"/>
                <a:gd name="connsiteY16" fmla="*/ 3572588 h 4322968"/>
                <a:gd name="connsiteX17" fmla="*/ 1805491 w 3045903"/>
                <a:gd name="connsiteY17" fmla="*/ 3423642 h 4322968"/>
                <a:gd name="connsiteX18" fmla="*/ 1958770 w 3045903"/>
                <a:gd name="connsiteY18" fmla="*/ 2968137 h 4322968"/>
                <a:gd name="connsiteX19" fmla="*/ 1886678 w 3045903"/>
                <a:gd name="connsiteY19" fmla="*/ 2418259 h 4322968"/>
                <a:gd name="connsiteX20" fmla="*/ 1517662 w 3045903"/>
                <a:gd name="connsiteY20" fmla="*/ 2185414 h 4322968"/>
                <a:gd name="connsiteX21" fmla="*/ 1197973 w 3045903"/>
                <a:gd name="connsiteY21" fmla="*/ 2238819 h 4322968"/>
                <a:gd name="connsiteX22" fmla="*/ 1014702 w 3045903"/>
                <a:gd name="connsiteY22" fmla="*/ 2431433 h 4322968"/>
                <a:gd name="connsiteX23" fmla="*/ 156061 w 3045903"/>
                <a:gd name="connsiteY23" fmla="*/ 2302196 h 4322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45903" h="4322968">
                  <a:moveTo>
                    <a:pt x="613018" y="0"/>
                  </a:moveTo>
                  <a:lnTo>
                    <a:pt x="3045903" y="227799"/>
                  </a:lnTo>
                  <a:lnTo>
                    <a:pt x="2976533" y="968467"/>
                  </a:lnTo>
                  <a:lnTo>
                    <a:pt x="1327084" y="814022"/>
                  </a:lnTo>
                  <a:lnTo>
                    <a:pt x="1140321" y="1673043"/>
                  </a:lnTo>
                  <a:cubicBezTo>
                    <a:pt x="1217652" y="1624725"/>
                    <a:pt x="1312026" y="1588532"/>
                    <a:pt x="1423489" y="1564496"/>
                  </a:cubicBezTo>
                  <a:cubicBezTo>
                    <a:pt x="1534955" y="1540434"/>
                    <a:pt x="1655433" y="1532561"/>
                    <a:pt x="1784932" y="1540849"/>
                  </a:cubicBezTo>
                  <a:cubicBezTo>
                    <a:pt x="2192052" y="1571298"/>
                    <a:pt x="2493393" y="1718793"/>
                    <a:pt x="2688959" y="1983283"/>
                  </a:cubicBezTo>
                  <a:cubicBezTo>
                    <a:pt x="2884526" y="2247773"/>
                    <a:pt x="2961299" y="2604124"/>
                    <a:pt x="2919330" y="3052337"/>
                  </a:cubicBezTo>
                  <a:cubicBezTo>
                    <a:pt x="2882875" y="3441672"/>
                    <a:pt x="2727585" y="3759996"/>
                    <a:pt x="2453457" y="4007334"/>
                  </a:cubicBezTo>
                  <a:cubicBezTo>
                    <a:pt x="2179330" y="4254673"/>
                    <a:pt x="1810556" y="4356645"/>
                    <a:pt x="1347154" y="4313255"/>
                  </a:cubicBezTo>
                  <a:cubicBezTo>
                    <a:pt x="952129" y="4276267"/>
                    <a:pt x="619545" y="4134961"/>
                    <a:pt x="349428" y="3889364"/>
                  </a:cubicBezTo>
                  <a:cubicBezTo>
                    <a:pt x="79312" y="3643742"/>
                    <a:pt x="-34205" y="3341904"/>
                    <a:pt x="8897" y="2983856"/>
                  </a:cubicBezTo>
                  <a:lnTo>
                    <a:pt x="16191" y="2967289"/>
                  </a:lnTo>
                  <a:lnTo>
                    <a:pt x="961620" y="2998349"/>
                  </a:lnTo>
                  <a:cubicBezTo>
                    <a:pt x="946149" y="3163576"/>
                    <a:pt x="980124" y="3297030"/>
                    <a:pt x="1063521" y="3398708"/>
                  </a:cubicBezTo>
                  <a:cubicBezTo>
                    <a:pt x="1146912" y="3500410"/>
                    <a:pt x="1264575" y="3558362"/>
                    <a:pt x="1416505" y="3572588"/>
                  </a:cubicBezTo>
                  <a:cubicBezTo>
                    <a:pt x="1591229" y="3588948"/>
                    <a:pt x="1720899" y="3539300"/>
                    <a:pt x="1805491" y="3423642"/>
                  </a:cubicBezTo>
                  <a:cubicBezTo>
                    <a:pt x="1890079" y="3307984"/>
                    <a:pt x="1941165" y="3156157"/>
                    <a:pt x="1958770" y="2968137"/>
                  </a:cubicBezTo>
                  <a:cubicBezTo>
                    <a:pt x="1980110" y="2740227"/>
                    <a:pt x="1956077" y="2556934"/>
                    <a:pt x="1886678" y="2418259"/>
                  </a:cubicBezTo>
                  <a:cubicBezTo>
                    <a:pt x="1817304" y="2279559"/>
                    <a:pt x="1694273" y="2201951"/>
                    <a:pt x="1517662" y="2185414"/>
                  </a:cubicBezTo>
                  <a:cubicBezTo>
                    <a:pt x="1388522" y="2173322"/>
                    <a:pt x="1281968" y="2191125"/>
                    <a:pt x="1197973" y="2238819"/>
                  </a:cubicBezTo>
                  <a:cubicBezTo>
                    <a:pt x="1114004" y="2286515"/>
                    <a:pt x="1052921" y="2350720"/>
                    <a:pt x="1014702" y="2431433"/>
                  </a:cubicBezTo>
                  <a:lnTo>
                    <a:pt x="156061" y="2302196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1" name="方能演亦4-17">
              <a:extLst>
                <a:ext uri="{FF2B5EF4-FFF2-40B4-BE49-F238E27FC236}">
                  <a16:creationId xmlns:a16="http://schemas.microsoft.com/office/drawing/2014/main" id="{6ABF4877-7957-DE2D-74DB-63B2E2BAA0B2}"/>
                </a:ext>
              </a:extLst>
            </p:cNvPr>
            <p:cNvSpPr/>
            <p:nvPr/>
          </p:nvSpPr>
          <p:spPr>
            <a:xfrm>
              <a:off x="14745071" y="941568"/>
              <a:ext cx="3111524" cy="4469908"/>
            </a:xfrm>
            <a:custGeom>
              <a:avLst/>
              <a:gdLst>
                <a:gd name="connsiteX0" fmla="*/ 583356 w 3111524"/>
                <a:gd name="connsiteY0" fmla="*/ 0 h 4469908"/>
                <a:gd name="connsiteX1" fmla="*/ 3111524 w 3111524"/>
                <a:gd name="connsiteY1" fmla="*/ 195257 h 4469908"/>
                <a:gd name="connsiteX2" fmla="*/ 3052061 w 3111524"/>
                <a:gd name="connsiteY2" fmla="*/ 964932 h 4469908"/>
                <a:gd name="connsiteX3" fmla="*/ 1338010 w 3111524"/>
                <a:gd name="connsiteY3" fmla="*/ 832551 h 4469908"/>
                <a:gd name="connsiteX4" fmla="*/ 1158742 w 3111524"/>
                <a:gd name="connsiteY4" fmla="*/ 1727012 h 4469908"/>
                <a:gd name="connsiteX5" fmla="*/ 1450718 w 3111524"/>
                <a:gd name="connsiteY5" fmla="*/ 1609601 h 4469908"/>
                <a:gd name="connsiteX6" fmla="*/ 1825346 w 3111524"/>
                <a:gd name="connsiteY6" fmla="*/ 1578959 h 4469908"/>
                <a:gd name="connsiteX7" fmla="*/ 2770825 w 3111524"/>
                <a:gd name="connsiteY7" fmla="*/ 2022747 h 4469908"/>
                <a:gd name="connsiteX8" fmla="*/ 3027916 w 3111524"/>
                <a:gd name="connsiteY8" fmla="*/ 3128087 h 4469908"/>
                <a:gd name="connsiteX9" fmla="*/ 2560669 w 3111524"/>
                <a:gd name="connsiteY9" fmla="*/ 4126847 h 4469908"/>
                <a:gd name="connsiteX10" fmla="*/ 1417956 w 3111524"/>
                <a:gd name="connsiteY10" fmla="*/ 4462957 h 4469908"/>
                <a:gd name="connsiteX11" fmla="*/ 375570 w 3111524"/>
                <a:gd name="connsiteY11" fmla="*/ 4039991 h 4469908"/>
                <a:gd name="connsiteX12" fmla="*/ 6943 w 3111524"/>
                <a:gd name="connsiteY12" fmla="*/ 3106205 h 4469908"/>
                <a:gd name="connsiteX13" fmla="*/ 14231 w 3111524"/>
                <a:gd name="connsiteY13" fmla="*/ 3088892 h 4469908"/>
                <a:gd name="connsiteX14" fmla="*/ 995716 w 3111524"/>
                <a:gd name="connsiteY14" fmla="*/ 3105146 h 4469908"/>
                <a:gd name="connsiteX15" fmla="*/ 1108210 w 3111524"/>
                <a:gd name="connsiteY15" fmla="*/ 3518830 h 4469908"/>
                <a:gd name="connsiteX16" fmla="*/ 1477400 w 3111524"/>
                <a:gd name="connsiteY16" fmla="*/ 3693281 h 4469908"/>
                <a:gd name="connsiteX17" fmla="*/ 1878487 w 3111524"/>
                <a:gd name="connsiteY17" fmla="*/ 3532165 h 4469908"/>
                <a:gd name="connsiteX18" fmla="*/ 2029832 w 3111524"/>
                <a:gd name="connsiteY18" fmla="*/ 3056952 h 4469908"/>
                <a:gd name="connsiteX19" fmla="*/ 1945741 w 3111524"/>
                <a:gd name="connsiteY19" fmla="*/ 2487625 h 4469908"/>
                <a:gd name="connsiteX20" fmla="*/ 1558921 w 3111524"/>
                <a:gd name="connsiteY20" fmla="*/ 2252264 h 4469908"/>
                <a:gd name="connsiteX21" fmla="*/ 1228119 w 3111524"/>
                <a:gd name="connsiteY21" fmla="*/ 2313077 h 4469908"/>
                <a:gd name="connsiteX22" fmla="*/ 1041216 w 3111524"/>
                <a:gd name="connsiteY22" fmla="*/ 2516027 h 4469908"/>
                <a:gd name="connsiteX23" fmla="*/ 148122 w 3111524"/>
                <a:gd name="connsiteY23" fmla="*/ 2396440 h 446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11524" h="4469908">
                  <a:moveTo>
                    <a:pt x="583356" y="0"/>
                  </a:moveTo>
                  <a:lnTo>
                    <a:pt x="3111524" y="195257"/>
                  </a:lnTo>
                  <a:lnTo>
                    <a:pt x="3052061" y="964932"/>
                  </a:lnTo>
                  <a:lnTo>
                    <a:pt x="1338010" y="832551"/>
                  </a:lnTo>
                  <a:lnTo>
                    <a:pt x="1158742" y="1727012"/>
                  </a:lnTo>
                  <a:cubicBezTo>
                    <a:pt x="1238164" y="1675572"/>
                    <a:pt x="1335472" y="1636424"/>
                    <a:pt x="1450718" y="1609601"/>
                  </a:cubicBezTo>
                  <a:cubicBezTo>
                    <a:pt x="1565969" y="1582751"/>
                    <a:pt x="1690841" y="1572547"/>
                    <a:pt x="1825346" y="1578959"/>
                  </a:cubicBezTo>
                  <a:cubicBezTo>
                    <a:pt x="2248282" y="1603674"/>
                    <a:pt x="2563441" y="1751620"/>
                    <a:pt x="2770825" y="2022747"/>
                  </a:cubicBezTo>
                  <a:cubicBezTo>
                    <a:pt x="2978209" y="2293873"/>
                    <a:pt x="3063889" y="2662319"/>
                    <a:pt x="3027916" y="3128087"/>
                  </a:cubicBezTo>
                  <a:cubicBezTo>
                    <a:pt x="2996669" y="3532670"/>
                    <a:pt x="2840920" y="3865582"/>
                    <a:pt x="2560669" y="4126847"/>
                  </a:cubicBezTo>
                  <a:cubicBezTo>
                    <a:pt x="2280418" y="4388112"/>
                    <a:pt x="1899506" y="4500148"/>
                    <a:pt x="1417956" y="4462957"/>
                  </a:cubicBezTo>
                  <a:cubicBezTo>
                    <a:pt x="1007460" y="4431253"/>
                    <a:pt x="659990" y="4290255"/>
                    <a:pt x="375570" y="4039991"/>
                  </a:cubicBezTo>
                  <a:cubicBezTo>
                    <a:pt x="91155" y="3789702"/>
                    <a:pt x="-31729" y="3478438"/>
                    <a:pt x="6943" y="3106205"/>
                  </a:cubicBezTo>
                  <a:lnTo>
                    <a:pt x="14231" y="3088892"/>
                  </a:lnTo>
                  <a:lnTo>
                    <a:pt x="995716" y="3105146"/>
                  </a:lnTo>
                  <a:cubicBezTo>
                    <a:pt x="982455" y="3276845"/>
                    <a:pt x="1019962" y="3414740"/>
                    <a:pt x="1108210" y="3518830"/>
                  </a:cubicBezTo>
                  <a:cubicBezTo>
                    <a:pt x="1196455" y="3622945"/>
                    <a:pt x="1319520" y="3681087"/>
                    <a:pt x="1477400" y="3693281"/>
                  </a:cubicBezTo>
                  <a:cubicBezTo>
                    <a:pt x="1658967" y="3707304"/>
                    <a:pt x="1792671" y="3653599"/>
                    <a:pt x="1878487" y="3532165"/>
                  </a:cubicBezTo>
                  <a:cubicBezTo>
                    <a:pt x="1964302" y="3410731"/>
                    <a:pt x="2014741" y="3252335"/>
                    <a:pt x="2029832" y="3056952"/>
                  </a:cubicBezTo>
                  <a:cubicBezTo>
                    <a:pt x="2048124" y="2820116"/>
                    <a:pt x="2020091" y="2630340"/>
                    <a:pt x="1945741" y="2487625"/>
                  </a:cubicBezTo>
                  <a:cubicBezTo>
                    <a:pt x="1871415" y="2344885"/>
                    <a:pt x="1742449" y="2266439"/>
                    <a:pt x="1558921" y="2252264"/>
                  </a:cubicBezTo>
                  <a:cubicBezTo>
                    <a:pt x="1424724" y="2241900"/>
                    <a:pt x="1314464" y="2262172"/>
                    <a:pt x="1228119" y="2313077"/>
                  </a:cubicBezTo>
                  <a:cubicBezTo>
                    <a:pt x="1141802" y="2363985"/>
                    <a:pt x="1079508" y="2431635"/>
                    <a:pt x="1041216" y="2516027"/>
                  </a:cubicBezTo>
                  <a:lnTo>
                    <a:pt x="148122" y="2396440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2" name="方能演亦4-18">
              <a:extLst>
                <a:ext uri="{FF2B5EF4-FFF2-40B4-BE49-F238E27FC236}">
                  <a16:creationId xmlns:a16="http://schemas.microsoft.com/office/drawing/2014/main" id="{ED011720-4A56-A43C-D2D9-1DDB71112BFB}"/>
                </a:ext>
              </a:extLst>
            </p:cNvPr>
            <p:cNvSpPr/>
            <p:nvPr/>
          </p:nvSpPr>
          <p:spPr>
            <a:xfrm>
              <a:off x="14710977" y="874201"/>
              <a:ext cx="3177440" cy="4617363"/>
            </a:xfrm>
            <a:custGeom>
              <a:avLst/>
              <a:gdLst>
                <a:gd name="connsiteX0" fmla="*/ 553986 w 3177440"/>
                <a:gd name="connsiteY0" fmla="*/ 0 h 4617363"/>
                <a:gd name="connsiteX1" fmla="*/ 3177440 w 3177440"/>
                <a:gd name="connsiteY1" fmla="*/ 162714 h 4617363"/>
                <a:gd name="connsiteX2" fmla="*/ 3127881 w 3177440"/>
                <a:gd name="connsiteY2" fmla="*/ 961398 h 4617363"/>
                <a:gd name="connsiteX3" fmla="*/ 1349232 w 3177440"/>
                <a:gd name="connsiteY3" fmla="*/ 851080 h 4617363"/>
                <a:gd name="connsiteX4" fmla="*/ 1177456 w 3177440"/>
                <a:gd name="connsiteY4" fmla="*/ 1780981 h 4617363"/>
                <a:gd name="connsiteX5" fmla="*/ 1478243 w 3177440"/>
                <a:gd name="connsiteY5" fmla="*/ 1654706 h 4617363"/>
                <a:gd name="connsiteX6" fmla="*/ 1866055 w 3177440"/>
                <a:gd name="connsiteY6" fmla="*/ 1617069 h 4617363"/>
                <a:gd name="connsiteX7" fmla="*/ 2852983 w 3177440"/>
                <a:gd name="connsiteY7" fmla="*/ 2062211 h 4617363"/>
                <a:gd name="connsiteX8" fmla="*/ 3136796 w 3177440"/>
                <a:gd name="connsiteY8" fmla="*/ 3203837 h 4617363"/>
                <a:gd name="connsiteX9" fmla="*/ 2668175 w 3177440"/>
                <a:gd name="connsiteY9" fmla="*/ 4246359 h 4617363"/>
                <a:gd name="connsiteX10" fmla="*/ 1489051 w 3177440"/>
                <a:gd name="connsiteY10" fmla="*/ 4612658 h 4617363"/>
                <a:gd name="connsiteX11" fmla="*/ 402006 w 3177440"/>
                <a:gd name="connsiteY11" fmla="*/ 4190619 h 4617363"/>
                <a:gd name="connsiteX12" fmla="*/ 5283 w 3177440"/>
                <a:gd name="connsiteY12" fmla="*/ 3228554 h 4617363"/>
                <a:gd name="connsiteX13" fmla="*/ 12563 w 3177440"/>
                <a:gd name="connsiteY13" fmla="*/ 3210495 h 4617363"/>
                <a:gd name="connsiteX14" fmla="*/ 1030107 w 3177440"/>
                <a:gd name="connsiteY14" fmla="*/ 3211943 h 4617363"/>
                <a:gd name="connsiteX15" fmla="*/ 1153196 w 3177440"/>
                <a:gd name="connsiteY15" fmla="*/ 3638952 h 4617363"/>
                <a:gd name="connsiteX16" fmla="*/ 1538589 w 3177440"/>
                <a:gd name="connsiteY16" fmla="*/ 3813975 h 4617363"/>
                <a:gd name="connsiteX17" fmla="*/ 1951780 w 3177440"/>
                <a:gd name="connsiteY17" fmla="*/ 3640689 h 4617363"/>
                <a:gd name="connsiteX18" fmla="*/ 2101188 w 3177440"/>
                <a:gd name="connsiteY18" fmla="*/ 3145766 h 4617363"/>
                <a:gd name="connsiteX19" fmla="*/ 2005097 w 3177440"/>
                <a:gd name="connsiteY19" fmla="*/ 2556992 h 4617363"/>
                <a:gd name="connsiteX20" fmla="*/ 1600474 w 3177440"/>
                <a:gd name="connsiteY20" fmla="*/ 2319114 h 4617363"/>
                <a:gd name="connsiteX21" fmla="*/ 1258561 w 3177440"/>
                <a:gd name="connsiteY21" fmla="*/ 2387336 h 4617363"/>
                <a:gd name="connsiteX22" fmla="*/ 1068023 w 3177440"/>
                <a:gd name="connsiteY22" fmla="*/ 2600621 h 4617363"/>
                <a:gd name="connsiteX23" fmla="*/ 140475 w 3177440"/>
                <a:gd name="connsiteY23" fmla="*/ 2490684 h 4617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77440" h="4617363">
                  <a:moveTo>
                    <a:pt x="553986" y="0"/>
                  </a:moveTo>
                  <a:lnTo>
                    <a:pt x="3177440" y="162714"/>
                  </a:lnTo>
                  <a:lnTo>
                    <a:pt x="3127881" y="961398"/>
                  </a:lnTo>
                  <a:lnTo>
                    <a:pt x="1349232" y="851080"/>
                  </a:lnTo>
                  <a:lnTo>
                    <a:pt x="1177456" y="1780981"/>
                  </a:lnTo>
                  <a:cubicBezTo>
                    <a:pt x="1258969" y="1726418"/>
                    <a:pt x="1359213" y="1684316"/>
                    <a:pt x="1478243" y="1654706"/>
                  </a:cubicBezTo>
                  <a:cubicBezTo>
                    <a:pt x="1597274" y="1625069"/>
                    <a:pt x="1726542" y="1612533"/>
                    <a:pt x="1866055" y="1617069"/>
                  </a:cubicBezTo>
                  <a:cubicBezTo>
                    <a:pt x="2304805" y="1636049"/>
                    <a:pt x="2633781" y="1784448"/>
                    <a:pt x="2852983" y="2062211"/>
                  </a:cubicBezTo>
                  <a:cubicBezTo>
                    <a:pt x="3072187" y="2339973"/>
                    <a:pt x="3166772" y="2720515"/>
                    <a:pt x="3136796" y="3203837"/>
                  </a:cubicBezTo>
                  <a:cubicBezTo>
                    <a:pt x="3110755" y="3623668"/>
                    <a:pt x="2954549" y="3971167"/>
                    <a:pt x="2668175" y="4246359"/>
                  </a:cubicBezTo>
                  <a:cubicBezTo>
                    <a:pt x="2381800" y="4521552"/>
                    <a:pt x="1988751" y="4643651"/>
                    <a:pt x="1489051" y="4612658"/>
                  </a:cubicBezTo>
                  <a:cubicBezTo>
                    <a:pt x="1063085" y="4586238"/>
                    <a:pt x="700727" y="4445548"/>
                    <a:pt x="402006" y="4190619"/>
                  </a:cubicBezTo>
                  <a:cubicBezTo>
                    <a:pt x="103289" y="3935662"/>
                    <a:pt x="-28960" y="3614972"/>
                    <a:pt x="5283" y="3228554"/>
                  </a:cubicBezTo>
                  <a:lnTo>
                    <a:pt x="12563" y="3210495"/>
                  </a:lnTo>
                  <a:lnTo>
                    <a:pt x="1030107" y="3211943"/>
                  </a:lnTo>
                  <a:cubicBezTo>
                    <a:pt x="1019057" y="3390113"/>
                    <a:pt x="1060094" y="3532450"/>
                    <a:pt x="1153196" y="3638952"/>
                  </a:cubicBezTo>
                  <a:cubicBezTo>
                    <a:pt x="1246292" y="3745480"/>
                    <a:pt x="1374757" y="3803813"/>
                    <a:pt x="1538589" y="3813975"/>
                  </a:cubicBezTo>
                  <a:cubicBezTo>
                    <a:pt x="1726999" y="3825660"/>
                    <a:pt x="1864737" y="3767898"/>
                    <a:pt x="1951780" y="3640689"/>
                  </a:cubicBezTo>
                  <a:cubicBezTo>
                    <a:pt x="2038819" y="3513478"/>
                    <a:pt x="2088613" y="3348513"/>
                    <a:pt x="2101188" y="3145766"/>
                  </a:cubicBezTo>
                  <a:cubicBezTo>
                    <a:pt x="2116430" y="2900004"/>
                    <a:pt x="2084398" y="2703745"/>
                    <a:pt x="2005097" y="2556992"/>
                  </a:cubicBezTo>
                  <a:cubicBezTo>
                    <a:pt x="1925821" y="2410211"/>
                    <a:pt x="1790920" y="2330926"/>
                    <a:pt x="1600474" y="2319114"/>
                  </a:cubicBezTo>
                  <a:cubicBezTo>
                    <a:pt x="1461219" y="2310477"/>
                    <a:pt x="1347257" y="2333219"/>
                    <a:pt x="1258561" y="2387336"/>
                  </a:cubicBezTo>
                  <a:cubicBezTo>
                    <a:pt x="1169892" y="2441455"/>
                    <a:pt x="1106388" y="2512549"/>
                    <a:pt x="1068023" y="2600621"/>
                  </a:cubicBezTo>
                  <a:lnTo>
                    <a:pt x="140475" y="2490684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3" name="方能演亦4-19">
              <a:extLst>
                <a:ext uri="{FF2B5EF4-FFF2-40B4-BE49-F238E27FC236}">
                  <a16:creationId xmlns:a16="http://schemas.microsoft.com/office/drawing/2014/main" id="{B1204094-B525-B7D2-856D-07A9D8F4A4AB}"/>
                </a:ext>
              </a:extLst>
            </p:cNvPr>
            <p:cNvSpPr/>
            <p:nvPr/>
          </p:nvSpPr>
          <p:spPr>
            <a:xfrm>
              <a:off x="14676616" y="806836"/>
              <a:ext cx="3249326" cy="4765297"/>
            </a:xfrm>
            <a:custGeom>
              <a:avLst/>
              <a:gdLst>
                <a:gd name="connsiteX0" fmla="*/ 524886 w 3249326"/>
                <a:gd name="connsiteY0" fmla="*/ 0 h 4765297"/>
                <a:gd name="connsiteX1" fmla="*/ 3243622 w 3249326"/>
                <a:gd name="connsiteY1" fmla="*/ 130171 h 4765297"/>
                <a:gd name="connsiteX2" fmla="*/ 3203972 w 3249326"/>
                <a:gd name="connsiteY2" fmla="*/ 957863 h 4765297"/>
                <a:gd name="connsiteX3" fmla="*/ 1360721 w 3249326"/>
                <a:gd name="connsiteY3" fmla="*/ 869609 h 4765297"/>
                <a:gd name="connsiteX4" fmla="*/ 1196440 w 3249326"/>
                <a:gd name="connsiteY4" fmla="*/ 1834950 h 4765297"/>
                <a:gd name="connsiteX5" fmla="*/ 1506033 w 3249326"/>
                <a:gd name="connsiteY5" fmla="*/ 1699811 h 4765297"/>
                <a:gd name="connsiteX6" fmla="*/ 1907031 w 3249326"/>
                <a:gd name="connsiteY6" fmla="*/ 1655179 h 4765297"/>
                <a:gd name="connsiteX7" fmla="*/ 2935411 w 3249326"/>
                <a:gd name="connsiteY7" fmla="*/ 2101675 h 4765297"/>
                <a:gd name="connsiteX8" fmla="*/ 3245943 w 3249326"/>
                <a:gd name="connsiteY8" fmla="*/ 3279587 h 4765297"/>
                <a:gd name="connsiteX9" fmla="*/ 2775948 w 3249326"/>
                <a:gd name="connsiteY9" fmla="*/ 4365872 h 4765297"/>
                <a:gd name="connsiteX10" fmla="*/ 1560416 w 3249326"/>
                <a:gd name="connsiteY10" fmla="*/ 4762360 h 4765297"/>
                <a:gd name="connsiteX11" fmla="*/ 428712 w 3249326"/>
                <a:gd name="connsiteY11" fmla="*/ 4341246 h 4765297"/>
                <a:gd name="connsiteX12" fmla="*/ 3889 w 3249326"/>
                <a:gd name="connsiteY12" fmla="*/ 3350903 h 4765297"/>
                <a:gd name="connsiteX13" fmla="*/ 11165 w 3249326"/>
                <a:gd name="connsiteY13" fmla="*/ 3332098 h 4765297"/>
                <a:gd name="connsiteX14" fmla="*/ 1064766 w 3249326"/>
                <a:gd name="connsiteY14" fmla="*/ 3318740 h 4765297"/>
                <a:gd name="connsiteX15" fmla="*/ 1198448 w 3249326"/>
                <a:gd name="connsiteY15" fmla="*/ 3759074 h 4765297"/>
                <a:gd name="connsiteX16" fmla="*/ 1600045 w 3249326"/>
                <a:gd name="connsiteY16" fmla="*/ 3934668 h 4765297"/>
                <a:gd name="connsiteX17" fmla="*/ 2025338 w 3249326"/>
                <a:gd name="connsiteY17" fmla="*/ 3749212 h 4765297"/>
                <a:gd name="connsiteX18" fmla="*/ 2172811 w 3249326"/>
                <a:gd name="connsiteY18" fmla="*/ 3234581 h 4765297"/>
                <a:gd name="connsiteX19" fmla="*/ 2064722 w 3249326"/>
                <a:gd name="connsiteY19" fmla="*/ 2626358 h 4765297"/>
                <a:gd name="connsiteX20" fmla="*/ 1642296 w 3249326"/>
                <a:gd name="connsiteY20" fmla="*/ 2385964 h 4765297"/>
                <a:gd name="connsiteX21" fmla="*/ 1289270 w 3249326"/>
                <a:gd name="connsiteY21" fmla="*/ 2461594 h 4765297"/>
                <a:gd name="connsiteX22" fmla="*/ 1095099 w 3249326"/>
                <a:gd name="connsiteY22" fmla="*/ 2685215 h 4765297"/>
                <a:gd name="connsiteX23" fmla="*/ 133096 w 3249326"/>
                <a:gd name="connsiteY23" fmla="*/ 2584928 h 476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49326" h="4765297">
                  <a:moveTo>
                    <a:pt x="524886" y="0"/>
                  </a:moveTo>
                  <a:lnTo>
                    <a:pt x="3243622" y="130171"/>
                  </a:lnTo>
                  <a:lnTo>
                    <a:pt x="3203972" y="957863"/>
                  </a:lnTo>
                  <a:lnTo>
                    <a:pt x="1360721" y="869609"/>
                  </a:lnTo>
                  <a:lnTo>
                    <a:pt x="1196440" y="1834950"/>
                  </a:lnTo>
                  <a:cubicBezTo>
                    <a:pt x="1280043" y="1777265"/>
                    <a:pt x="1383222" y="1732208"/>
                    <a:pt x="1506033" y="1699811"/>
                  </a:cubicBezTo>
                  <a:cubicBezTo>
                    <a:pt x="1628849" y="1667386"/>
                    <a:pt x="1762511" y="1652519"/>
                    <a:pt x="1907031" y="1655179"/>
                  </a:cubicBezTo>
                  <a:cubicBezTo>
                    <a:pt x="2361597" y="1668425"/>
                    <a:pt x="2704390" y="1817276"/>
                    <a:pt x="2935411" y="2101675"/>
                  </a:cubicBezTo>
                  <a:cubicBezTo>
                    <a:pt x="3166433" y="2386073"/>
                    <a:pt x="3269924" y="2778711"/>
                    <a:pt x="3245943" y="3279587"/>
                  </a:cubicBezTo>
                  <a:cubicBezTo>
                    <a:pt x="3225111" y="3714667"/>
                    <a:pt x="3068447" y="4076753"/>
                    <a:pt x="2775948" y="4365872"/>
                  </a:cubicBezTo>
                  <a:cubicBezTo>
                    <a:pt x="2483450" y="4654993"/>
                    <a:pt x="2078265" y="4787154"/>
                    <a:pt x="1560416" y="4762360"/>
                  </a:cubicBezTo>
                  <a:cubicBezTo>
                    <a:pt x="1118978" y="4741224"/>
                    <a:pt x="741733" y="4600842"/>
                    <a:pt x="428712" y="4341246"/>
                  </a:cubicBezTo>
                  <a:cubicBezTo>
                    <a:pt x="115692" y="4081621"/>
                    <a:pt x="-25923" y="3751506"/>
                    <a:pt x="3889" y="3350903"/>
                  </a:cubicBezTo>
                  <a:lnTo>
                    <a:pt x="11165" y="3332098"/>
                  </a:lnTo>
                  <a:lnTo>
                    <a:pt x="1064766" y="3318740"/>
                  </a:lnTo>
                  <a:cubicBezTo>
                    <a:pt x="1055926" y="3503381"/>
                    <a:pt x="1100495" y="3650160"/>
                    <a:pt x="1198448" y="3759074"/>
                  </a:cubicBezTo>
                  <a:cubicBezTo>
                    <a:pt x="1296397" y="3868016"/>
                    <a:pt x="1430264" y="3926539"/>
                    <a:pt x="1600045" y="3934668"/>
                  </a:cubicBezTo>
                  <a:cubicBezTo>
                    <a:pt x="1795300" y="3944016"/>
                    <a:pt x="1937071" y="3882198"/>
                    <a:pt x="2025338" y="3749212"/>
                  </a:cubicBezTo>
                  <a:cubicBezTo>
                    <a:pt x="2113603" y="3616226"/>
                    <a:pt x="2162751" y="3444692"/>
                    <a:pt x="2172811" y="3234581"/>
                  </a:cubicBezTo>
                  <a:cubicBezTo>
                    <a:pt x="2185006" y="2979893"/>
                    <a:pt x="2148974" y="2777151"/>
                    <a:pt x="2064722" y="2626358"/>
                  </a:cubicBezTo>
                  <a:cubicBezTo>
                    <a:pt x="1980494" y="2475537"/>
                    <a:pt x="1839658" y="2395414"/>
                    <a:pt x="1642296" y="2385964"/>
                  </a:cubicBezTo>
                  <a:cubicBezTo>
                    <a:pt x="1497983" y="2379055"/>
                    <a:pt x="1380317" y="2404265"/>
                    <a:pt x="1289270" y="2461594"/>
                  </a:cubicBezTo>
                  <a:cubicBezTo>
                    <a:pt x="1198252" y="2518924"/>
                    <a:pt x="1133535" y="2593464"/>
                    <a:pt x="1095099" y="2685215"/>
                  </a:cubicBezTo>
                  <a:lnTo>
                    <a:pt x="133096" y="2584928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4" name="方能演亦4-20">
              <a:extLst>
                <a:ext uri="{FF2B5EF4-FFF2-40B4-BE49-F238E27FC236}">
                  <a16:creationId xmlns:a16="http://schemas.microsoft.com/office/drawing/2014/main" id="{FC9F47A7-0A29-22DB-4A3E-E9D02E28D492}"/>
                </a:ext>
              </a:extLst>
            </p:cNvPr>
            <p:cNvSpPr/>
            <p:nvPr/>
          </p:nvSpPr>
          <p:spPr>
            <a:xfrm>
              <a:off x="14642011" y="739469"/>
              <a:ext cx="3357193" cy="4913673"/>
            </a:xfrm>
            <a:custGeom>
              <a:avLst/>
              <a:gdLst>
                <a:gd name="connsiteX0" fmla="*/ 496027 w 3357193"/>
                <a:gd name="connsiteY0" fmla="*/ 0 h 4913673"/>
                <a:gd name="connsiteX1" fmla="*/ 3310047 w 3357193"/>
                <a:gd name="connsiteY1" fmla="*/ 97628 h 4913673"/>
                <a:gd name="connsiteX2" fmla="*/ 3280303 w 3357193"/>
                <a:gd name="connsiteY2" fmla="*/ 954329 h 4913673"/>
                <a:gd name="connsiteX3" fmla="*/ 1372452 w 3357193"/>
                <a:gd name="connsiteY3" fmla="*/ 888138 h 4913673"/>
                <a:gd name="connsiteX4" fmla="*/ 1215667 w 3357193"/>
                <a:gd name="connsiteY4" fmla="*/ 1888919 h 4913673"/>
                <a:gd name="connsiteX5" fmla="*/ 1534069 w 3357193"/>
                <a:gd name="connsiteY5" fmla="*/ 1744916 h 4913673"/>
                <a:gd name="connsiteX6" fmla="*/ 1948251 w 3357193"/>
                <a:gd name="connsiteY6" fmla="*/ 1693288 h 4913673"/>
                <a:gd name="connsiteX7" fmla="*/ 3018082 w 3357193"/>
                <a:gd name="connsiteY7" fmla="*/ 2141139 h 4913673"/>
                <a:gd name="connsiteX8" fmla="*/ 3355333 w 3357193"/>
                <a:gd name="connsiteY8" fmla="*/ 3355337 h 4913673"/>
                <a:gd name="connsiteX9" fmla="*/ 2883965 w 3357193"/>
                <a:gd name="connsiteY9" fmla="*/ 4485385 h 4913673"/>
                <a:gd name="connsiteX10" fmla="*/ 1632023 w 3357193"/>
                <a:gd name="connsiteY10" fmla="*/ 4912061 h 4913673"/>
                <a:gd name="connsiteX11" fmla="*/ 455659 w 3357193"/>
                <a:gd name="connsiteY11" fmla="*/ 4491873 h 4913673"/>
                <a:gd name="connsiteX12" fmla="*/ 2741 w 3357193"/>
                <a:gd name="connsiteY12" fmla="*/ 3473252 h 4913673"/>
                <a:gd name="connsiteX13" fmla="*/ 10010 w 3357193"/>
                <a:gd name="connsiteY13" fmla="*/ 3453701 h 4913673"/>
                <a:gd name="connsiteX14" fmla="*/ 1099667 w 3357193"/>
                <a:gd name="connsiteY14" fmla="*/ 3425537 h 4913673"/>
                <a:gd name="connsiteX15" fmla="*/ 1243944 w 3357193"/>
                <a:gd name="connsiteY15" fmla="*/ 3879197 h 4913673"/>
                <a:gd name="connsiteX16" fmla="*/ 1661745 w 3357193"/>
                <a:gd name="connsiteY16" fmla="*/ 4055361 h 4913673"/>
                <a:gd name="connsiteX17" fmla="*/ 2099141 w 3357193"/>
                <a:gd name="connsiteY17" fmla="*/ 3857736 h 4913673"/>
                <a:gd name="connsiteX18" fmla="*/ 2244678 w 3357193"/>
                <a:gd name="connsiteY18" fmla="*/ 3323395 h 4913673"/>
                <a:gd name="connsiteX19" fmla="*/ 2124588 w 3357193"/>
                <a:gd name="connsiteY19" fmla="*/ 2695725 h 4913673"/>
                <a:gd name="connsiteX20" fmla="*/ 1684360 w 3357193"/>
                <a:gd name="connsiteY20" fmla="*/ 2452815 h 4913673"/>
                <a:gd name="connsiteX21" fmla="*/ 1320221 w 3357193"/>
                <a:gd name="connsiteY21" fmla="*/ 2535853 h 4913673"/>
                <a:gd name="connsiteX22" fmla="*/ 1122416 w 3357193"/>
                <a:gd name="connsiteY22" fmla="*/ 2769809 h 4913673"/>
                <a:gd name="connsiteX23" fmla="*/ 125961 w 3357193"/>
                <a:gd name="connsiteY23" fmla="*/ 2679172 h 491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57193" h="4913673">
                  <a:moveTo>
                    <a:pt x="496027" y="0"/>
                  </a:moveTo>
                  <a:lnTo>
                    <a:pt x="3310047" y="97628"/>
                  </a:lnTo>
                  <a:lnTo>
                    <a:pt x="3280303" y="954329"/>
                  </a:lnTo>
                  <a:lnTo>
                    <a:pt x="1372452" y="888138"/>
                  </a:lnTo>
                  <a:lnTo>
                    <a:pt x="1215667" y="1888919"/>
                  </a:lnTo>
                  <a:cubicBezTo>
                    <a:pt x="1301357" y="1828111"/>
                    <a:pt x="1407473" y="1780100"/>
                    <a:pt x="1534069" y="1744916"/>
                  </a:cubicBezTo>
                  <a:cubicBezTo>
                    <a:pt x="1660666" y="1709704"/>
                    <a:pt x="1798724" y="1692505"/>
                    <a:pt x="1948251" y="1693288"/>
                  </a:cubicBezTo>
                  <a:cubicBezTo>
                    <a:pt x="2418630" y="1700801"/>
                    <a:pt x="2775241" y="1850104"/>
                    <a:pt x="3018082" y="2141139"/>
                  </a:cubicBezTo>
                  <a:cubicBezTo>
                    <a:pt x="3260922" y="2432174"/>
                    <a:pt x="3373319" y="2836907"/>
                    <a:pt x="3355333" y="3355337"/>
                  </a:cubicBezTo>
                  <a:cubicBezTo>
                    <a:pt x="3339709" y="3805665"/>
                    <a:pt x="3182587" y="4182338"/>
                    <a:pt x="2883965" y="4485385"/>
                  </a:cubicBezTo>
                  <a:cubicBezTo>
                    <a:pt x="2585343" y="4788433"/>
                    <a:pt x="2168021" y="4930657"/>
                    <a:pt x="1632023" y="4912061"/>
                  </a:cubicBezTo>
                  <a:cubicBezTo>
                    <a:pt x="1175112" y="4896209"/>
                    <a:pt x="782981" y="4756136"/>
                    <a:pt x="455659" y="4491873"/>
                  </a:cubicBezTo>
                  <a:cubicBezTo>
                    <a:pt x="128338" y="4227581"/>
                    <a:pt x="-22644" y="3888039"/>
                    <a:pt x="2741" y="3473252"/>
                  </a:cubicBezTo>
                  <a:lnTo>
                    <a:pt x="10010" y="3453701"/>
                  </a:lnTo>
                  <a:lnTo>
                    <a:pt x="1099667" y="3425537"/>
                  </a:lnTo>
                  <a:cubicBezTo>
                    <a:pt x="1093037" y="3616649"/>
                    <a:pt x="1141138" y="3767870"/>
                    <a:pt x="1243944" y="3879197"/>
                  </a:cubicBezTo>
                  <a:cubicBezTo>
                    <a:pt x="1346745" y="3990551"/>
                    <a:pt x="1486013" y="4049264"/>
                    <a:pt x="1661745" y="4055361"/>
                  </a:cubicBezTo>
                  <a:cubicBezTo>
                    <a:pt x="1863843" y="4062373"/>
                    <a:pt x="2009648" y="3996498"/>
                    <a:pt x="2099141" y="3857736"/>
                  </a:cubicBezTo>
                  <a:cubicBezTo>
                    <a:pt x="2188630" y="3718973"/>
                    <a:pt x="2237134" y="3540870"/>
                    <a:pt x="2244678" y="3323395"/>
                  </a:cubicBezTo>
                  <a:cubicBezTo>
                    <a:pt x="2253825" y="3059781"/>
                    <a:pt x="2213792" y="2850557"/>
                    <a:pt x="2124588" y="2695725"/>
                  </a:cubicBezTo>
                  <a:cubicBezTo>
                    <a:pt x="2035412" y="2540863"/>
                    <a:pt x="1888639" y="2459902"/>
                    <a:pt x="1684360" y="2452815"/>
                  </a:cubicBezTo>
                  <a:cubicBezTo>
                    <a:pt x="1534990" y="2447632"/>
                    <a:pt x="1413620" y="2475312"/>
                    <a:pt x="1320221" y="2535853"/>
                  </a:cubicBezTo>
                  <a:cubicBezTo>
                    <a:pt x="1226853" y="2596394"/>
                    <a:pt x="1160927" y="2674379"/>
                    <a:pt x="1122416" y="2769809"/>
                  </a:cubicBezTo>
                  <a:lnTo>
                    <a:pt x="125961" y="2679172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5" name="方能演亦4-21">
              <a:extLst>
                <a:ext uri="{FF2B5EF4-FFF2-40B4-BE49-F238E27FC236}">
                  <a16:creationId xmlns:a16="http://schemas.microsoft.com/office/drawing/2014/main" id="{54E8B8FB-2D8D-11D1-5F6E-635F423D4C12}"/>
                </a:ext>
              </a:extLst>
            </p:cNvPr>
            <p:cNvSpPr/>
            <p:nvPr/>
          </p:nvSpPr>
          <p:spPr>
            <a:xfrm>
              <a:off x="14607183" y="672104"/>
              <a:ext cx="3465758" cy="5062462"/>
            </a:xfrm>
            <a:custGeom>
              <a:avLst/>
              <a:gdLst>
                <a:gd name="connsiteX0" fmla="*/ 467395 w 3465758"/>
                <a:gd name="connsiteY0" fmla="*/ 0 h 5062462"/>
                <a:gd name="connsiteX1" fmla="*/ 3376698 w 3465758"/>
                <a:gd name="connsiteY1" fmla="*/ 65086 h 5062462"/>
                <a:gd name="connsiteX2" fmla="*/ 3356862 w 3465758"/>
                <a:gd name="connsiteY2" fmla="*/ 950794 h 5062462"/>
                <a:gd name="connsiteX3" fmla="*/ 1384410 w 3465758"/>
                <a:gd name="connsiteY3" fmla="*/ 906667 h 5062462"/>
                <a:gd name="connsiteX4" fmla="*/ 1235118 w 3465758"/>
                <a:gd name="connsiteY4" fmla="*/ 1942888 h 5062462"/>
                <a:gd name="connsiteX5" fmla="*/ 1562328 w 3465758"/>
                <a:gd name="connsiteY5" fmla="*/ 1790022 h 5062462"/>
                <a:gd name="connsiteX6" fmla="*/ 1989695 w 3465758"/>
                <a:gd name="connsiteY6" fmla="*/ 1731398 h 5062462"/>
                <a:gd name="connsiteX7" fmla="*/ 3100978 w 3465758"/>
                <a:gd name="connsiteY7" fmla="*/ 2180603 h 5062462"/>
                <a:gd name="connsiteX8" fmla="*/ 3464950 w 3465758"/>
                <a:gd name="connsiteY8" fmla="*/ 3431087 h 5062462"/>
                <a:gd name="connsiteX9" fmla="*/ 2992206 w 3465758"/>
                <a:gd name="connsiteY9" fmla="*/ 4604898 h 5062462"/>
                <a:gd name="connsiteX10" fmla="*/ 1703854 w 3465758"/>
                <a:gd name="connsiteY10" fmla="*/ 5061763 h 5062462"/>
                <a:gd name="connsiteX11" fmla="*/ 482831 w 3465758"/>
                <a:gd name="connsiteY11" fmla="*/ 4642501 h 5062462"/>
                <a:gd name="connsiteX12" fmla="*/ 1817 w 3465758"/>
                <a:gd name="connsiteY12" fmla="*/ 3595601 h 5062462"/>
                <a:gd name="connsiteX13" fmla="*/ 9080 w 3465758"/>
                <a:gd name="connsiteY13" fmla="*/ 3575305 h 5062462"/>
                <a:gd name="connsiteX14" fmla="*/ 1134794 w 3465758"/>
                <a:gd name="connsiteY14" fmla="*/ 3532335 h 5062462"/>
                <a:gd name="connsiteX15" fmla="*/ 1289664 w 3465758"/>
                <a:gd name="connsiteY15" fmla="*/ 3999319 h 5062462"/>
                <a:gd name="connsiteX16" fmla="*/ 1723670 w 3465758"/>
                <a:gd name="connsiteY16" fmla="*/ 4176054 h 5062462"/>
                <a:gd name="connsiteX17" fmla="*/ 2173168 w 3465758"/>
                <a:gd name="connsiteY17" fmla="*/ 3966259 h 5062462"/>
                <a:gd name="connsiteX18" fmla="*/ 2316772 w 3465758"/>
                <a:gd name="connsiteY18" fmla="*/ 3412210 h 5062462"/>
                <a:gd name="connsiteX19" fmla="*/ 2184680 w 3465758"/>
                <a:gd name="connsiteY19" fmla="*/ 2765091 h 5062462"/>
                <a:gd name="connsiteX20" fmla="*/ 1726649 w 3465758"/>
                <a:gd name="connsiteY20" fmla="*/ 2519665 h 5062462"/>
                <a:gd name="connsiteX21" fmla="*/ 1351398 w 3465758"/>
                <a:gd name="connsiteY21" fmla="*/ 2610111 h 5062462"/>
                <a:gd name="connsiteX22" fmla="*/ 1149961 w 3465758"/>
                <a:gd name="connsiteY22" fmla="*/ 2854403 h 5062462"/>
                <a:gd name="connsiteX23" fmla="*/ 119050 w 3465758"/>
                <a:gd name="connsiteY23" fmla="*/ 2773416 h 5062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65758" h="5062462">
                  <a:moveTo>
                    <a:pt x="467395" y="0"/>
                  </a:moveTo>
                  <a:lnTo>
                    <a:pt x="3376698" y="65086"/>
                  </a:lnTo>
                  <a:lnTo>
                    <a:pt x="3356862" y="950794"/>
                  </a:lnTo>
                  <a:lnTo>
                    <a:pt x="1384410" y="906667"/>
                  </a:lnTo>
                  <a:lnTo>
                    <a:pt x="1235118" y="1942888"/>
                  </a:lnTo>
                  <a:cubicBezTo>
                    <a:pt x="1322899" y="1878958"/>
                    <a:pt x="1431950" y="1827991"/>
                    <a:pt x="1562328" y="1790022"/>
                  </a:cubicBezTo>
                  <a:cubicBezTo>
                    <a:pt x="1692709" y="1752022"/>
                    <a:pt x="1835161" y="1732492"/>
                    <a:pt x="1989695" y="1731398"/>
                  </a:cubicBezTo>
                  <a:cubicBezTo>
                    <a:pt x="2475891" y="1733177"/>
                    <a:pt x="2846319" y="1882931"/>
                    <a:pt x="3100978" y="2180603"/>
                  </a:cubicBezTo>
                  <a:cubicBezTo>
                    <a:pt x="3355637" y="2478274"/>
                    <a:pt x="3476940" y="2895102"/>
                    <a:pt x="3464950" y="3431087"/>
                  </a:cubicBezTo>
                  <a:cubicBezTo>
                    <a:pt x="3454533" y="3896663"/>
                    <a:pt x="3296952" y="4287924"/>
                    <a:pt x="2992206" y="4604898"/>
                  </a:cubicBezTo>
                  <a:cubicBezTo>
                    <a:pt x="2687461" y="4921872"/>
                    <a:pt x="2258002" y="5074160"/>
                    <a:pt x="1703854" y="5061763"/>
                  </a:cubicBezTo>
                  <a:cubicBezTo>
                    <a:pt x="1231473" y="5051195"/>
                    <a:pt x="824456" y="4911430"/>
                    <a:pt x="482831" y="4642501"/>
                  </a:cubicBezTo>
                  <a:cubicBezTo>
                    <a:pt x="141210" y="4373541"/>
                    <a:pt x="-19139" y="4024573"/>
                    <a:pt x="1817" y="3595601"/>
                  </a:cubicBezTo>
                  <a:lnTo>
                    <a:pt x="9080" y="3575305"/>
                  </a:lnTo>
                  <a:lnTo>
                    <a:pt x="1134794" y="3532335"/>
                  </a:lnTo>
                  <a:cubicBezTo>
                    <a:pt x="1130374" y="3729918"/>
                    <a:pt x="1182007" y="3885579"/>
                    <a:pt x="1289664" y="3999319"/>
                  </a:cubicBezTo>
                  <a:cubicBezTo>
                    <a:pt x="1397318" y="4113087"/>
                    <a:pt x="1541988" y="4171990"/>
                    <a:pt x="1723670" y="4176054"/>
                  </a:cubicBezTo>
                  <a:cubicBezTo>
                    <a:pt x="1932609" y="4180729"/>
                    <a:pt x="2082451" y="4110797"/>
                    <a:pt x="2173168" y="3966259"/>
                  </a:cubicBezTo>
                  <a:cubicBezTo>
                    <a:pt x="2263883" y="3821721"/>
                    <a:pt x="2311741" y="3637048"/>
                    <a:pt x="2316772" y="3412210"/>
                  </a:cubicBezTo>
                  <a:cubicBezTo>
                    <a:pt x="2322869" y="3139669"/>
                    <a:pt x="2278836" y="2923963"/>
                    <a:pt x="2184680" y="2765091"/>
                  </a:cubicBezTo>
                  <a:cubicBezTo>
                    <a:pt x="2090553" y="2606189"/>
                    <a:pt x="1937846" y="2524390"/>
                    <a:pt x="1726649" y="2519665"/>
                  </a:cubicBezTo>
                  <a:cubicBezTo>
                    <a:pt x="1572222" y="2516210"/>
                    <a:pt x="1447147" y="2546359"/>
                    <a:pt x="1351398" y="2610111"/>
                  </a:cubicBezTo>
                  <a:cubicBezTo>
                    <a:pt x="1255681" y="2673864"/>
                    <a:pt x="1188543" y="2755293"/>
                    <a:pt x="1149961" y="2854403"/>
                  </a:cubicBezTo>
                  <a:lnTo>
                    <a:pt x="119050" y="2773416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6" name="方能演亦4-22">
              <a:extLst>
                <a:ext uri="{FF2B5EF4-FFF2-40B4-BE49-F238E27FC236}">
                  <a16:creationId xmlns:a16="http://schemas.microsoft.com/office/drawing/2014/main" id="{706E97DD-63C4-6B50-DF88-A4C96A9AB8B1}"/>
                </a:ext>
              </a:extLst>
            </p:cNvPr>
            <p:cNvSpPr/>
            <p:nvPr/>
          </p:nvSpPr>
          <p:spPr>
            <a:xfrm>
              <a:off x="14572144" y="604738"/>
              <a:ext cx="3574971" cy="5211634"/>
            </a:xfrm>
            <a:custGeom>
              <a:avLst/>
              <a:gdLst>
                <a:gd name="connsiteX0" fmla="*/ 438970 w 3574971"/>
                <a:gd name="connsiteY0" fmla="*/ 0 h 5211634"/>
                <a:gd name="connsiteX1" fmla="*/ 3443558 w 3574971"/>
                <a:gd name="connsiteY1" fmla="*/ 32543 h 5211634"/>
                <a:gd name="connsiteX2" fmla="*/ 3433627 w 3574971"/>
                <a:gd name="connsiteY2" fmla="*/ 947260 h 5211634"/>
                <a:gd name="connsiteX3" fmla="*/ 1396575 w 3574971"/>
                <a:gd name="connsiteY3" fmla="*/ 925196 h 5211634"/>
                <a:gd name="connsiteX4" fmla="*/ 1254777 w 3574971"/>
                <a:gd name="connsiteY4" fmla="*/ 1996857 h 5211634"/>
                <a:gd name="connsiteX5" fmla="*/ 1590797 w 3574971"/>
                <a:gd name="connsiteY5" fmla="*/ 1835127 h 5211634"/>
                <a:gd name="connsiteX6" fmla="*/ 2031349 w 3574971"/>
                <a:gd name="connsiteY6" fmla="*/ 1769508 h 5211634"/>
                <a:gd name="connsiteX7" fmla="*/ 3184081 w 3574971"/>
                <a:gd name="connsiteY7" fmla="*/ 2220067 h 5211634"/>
                <a:gd name="connsiteX8" fmla="*/ 3574774 w 3574971"/>
                <a:gd name="connsiteY8" fmla="*/ 3506837 h 5211634"/>
                <a:gd name="connsiteX9" fmla="*/ 3100657 w 3574971"/>
                <a:gd name="connsiteY9" fmla="*/ 4724410 h 5211634"/>
                <a:gd name="connsiteX10" fmla="*/ 1775896 w 3574971"/>
                <a:gd name="connsiteY10" fmla="*/ 5211464 h 5211634"/>
                <a:gd name="connsiteX11" fmla="*/ 510213 w 3574971"/>
                <a:gd name="connsiteY11" fmla="*/ 4793128 h 5211634"/>
                <a:gd name="connsiteX12" fmla="*/ 1100 w 3574971"/>
                <a:gd name="connsiteY12" fmla="*/ 3717950 h 5211634"/>
                <a:gd name="connsiteX13" fmla="*/ 8359 w 3574971"/>
                <a:gd name="connsiteY13" fmla="*/ 3696908 h 5211634"/>
                <a:gd name="connsiteX14" fmla="*/ 1170130 w 3574971"/>
                <a:gd name="connsiteY14" fmla="*/ 3639132 h 5211634"/>
                <a:gd name="connsiteX15" fmla="*/ 1335594 w 3574971"/>
                <a:gd name="connsiteY15" fmla="*/ 4119441 h 5211634"/>
                <a:gd name="connsiteX16" fmla="*/ 1785802 w 3574971"/>
                <a:gd name="connsiteY16" fmla="*/ 4296748 h 5211634"/>
                <a:gd name="connsiteX17" fmla="*/ 2247405 w 3574971"/>
                <a:gd name="connsiteY17" fmla="*/ 4074783 h 5211634"/>
                <a:gd name="connsiteX18" fmla="*/ 2389072 w 3574971"/>
                <a:gd name="connsiteY18" fmla="*/ 3501024 h 5211634"/>
                <a:gd name="connsiteX19" fmla="*/ 2244982 w 3574971"/>
                <a:gd name="connsiteY19" fmla="*/ 2834458 h 5211634"/>
                <a:gd name="connsiteX20" fmla="*/ 1769149 w 3574971"/>
                <a:gd name="connsiteY20" fmla="*/ 2586515 h 5211634"/>
                <a:gd name="connsiteX21" fmla="*/ 1382785 w 3574971"/>
                <a:gd name="connsiteY21" fmla="*/ 2684369 h 5211634"/>
                <a:gd name="connsiteX22" fmla="*/ 1177712 w 3574971"/>
                <a:gd name="connsiteY22" fmla="*/ 2938997 h 5211634"/>
                <a:gd name="connsiteX23" fmla="*/ 112349 w 3574971"/>
                <a:gd name="connsiteY23" fmla="*/ 2867659 h 521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574971" h="5211634">
                  <a:moveTo>
                    <a:pt x="438970" y="0"/>
                  </a:moveTo>
                  <a:lnTo>
                    <a:pt x="3443558" y="32543"/>
                  </a:lnTo>
                  <a:lnTo>
                    <a:pt x="3433627" y="947260"/>
                  </a:lnTo>
                  <a:lnTo>
                    <a:pt x="1396575" y="925196"/>
                  </a:lnTo>
                  <a:lnTo>
                    <a:pt x="1254777" y="1996857"/>
                  </a:lnTo>
                  <a:cubicBezTo>
                    <a:pt x="1344649" y="1929805"/>
                    <a:pt x="1456636" y="1875883"/>
                    <a:pt x="1590797" y="1835127"/>
                  </a:cubicBezTo>
                  <a:cubicBezTo>
                    <a:pt x="1724959" y="1794339"/>
                    <a:pt x="1871808" y="1772478"/>
                    <a:pt x="2031349" y="1769508"/>
                  </a:cubicBezTo>
                  <a:cubicBezTo>
                    <a:pt x="2533358" y="1765552"/>
                    <a:pt x="2917604" y="1915759"/>
                    <a:pt x="3184081" y="2220067"/>
                  </a:cubicBezTo>
                  <a:cubicBezTo>
                    <a:pt x="3450560" y="2524374"/>
                    <a:pt x="3580769" y="2953298"/>
                    <a:pt x="3574774" y="3506837"/>
                  </a:cubicBezTo>
                  <a:cubicBezTo>
                    <a:pt x="3569565" y="3987662"/>
                    <a:pt x="3411526" y="4393509"/>
                    <a:pt x="3100657" y="4724410"/>
                  </a:cubicBezTo>
                  <a:cubicBezTo>
                    <a:pt x="2789787" y="5055312"/>
                    <a:pt x="2348193" y="5217663"/>
                    <a:pt x="1775896" y="5211464"/>
                  </a:cubicBezTo>
                  <a:cubicBezTo>
                    <a:pt x="1288044" y="5206181"/>
                    <a:pt x="866139" y="5066724"/>
                    <a:pt x="510213" y="4793128"/>
                  </a:cubicBezTo>
                  <a:cubicBezTo>
                    <a:pt x="154289" y="4519501"/>
                    <a:pt x="-15424" y="4161107"/>
                    <a:pt x="1100" y="3717950"/>
                  </a:cubicBezTo>
                  <a:lnTo>
                    <a:pt x="8359" y="3696908"/>
                  </a:lnTo>
                  <a:lnTo>
                    <a:pt x="1170130" y="3639132"/>
                  </a:lnTo>
                  <a:cubicBezTo>
                    <a:pt x="1167919" y="3843186"/>
                    <a:pt x="1223083" y="4003289"/>
                    <a:pt x="1335594" y="4119441"/>
                  </a:cubicBezTo>
                  <a:cubicBezTo>
                    <a:pt x="1448100" y="4235622"/>
                    <a:pt x="1598170" y="4294715"/>
                    <a:pt x="1785802" y="4296748"/>
                  </a:cubicBezTo>
                  <a:cubicBezTo>
                    <a:pt x="2001586" y="4299085"/>
                    <a:pt x="2155462" y="4225096"/>
                    <a:pt x="2247405" y="4074783"/>
                  </a:cubicBezTo>
                  <a:cubicBezTo>
                    <a:pt x="2339344" y="3924468"/>
                    <a:pt x="2386558" y="3733227"/>
                    <a:pt x="2389072" y="3501024"/>
                  </a:cubicBezTo>
                  <a:cubicBezTo>
                    <a:pt x="2392120" y="3219558"/>
                    <a:pt x="2344088" y="2997368"/>
                    <a:pt x="2244982" y="2834458"/>
                  </a:cubicBezTo>
                  <a:cubicBezTo>
                    <a:pt x="2145904" y="2671514"/>
                    <a:pt x="1987261" y="2588877"/>
                    <a:pt x="1769149" y="2586515"/>
                  </a:cubicBezTo>
                  <a:cubicBezTo>
                    <a:pt x="1609663" y="2584787"/>
                    <a:pt x="1480884" y="2617406"/>
                    <a:pt x="1382785" y="2684369"/>
                  </a:cubicBezTo>
                  <a:cubicBezTo>
                    <a:pt x="1284717" y="2751334"/>
                    <a:pt x="1216369" y="2836208"/>
                    <a:pt x="1177712" y="2938997"/>
                  </a:cubicBezTo>
                  <a:lnTo>
                    <a:pt x="112349" y="2867659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65" name="方能演亦4-23">
              <a:extLst>
                <a:ext uri="{FF2B5EF4-FFF2-40B4-BE49-F238E27FC236}">
                  <a16:creationId xmlns:a16="http://schemas.microsoft.com/office/drawing/2014/main" id="{CC8AC479-469D-C1EC-991E-EAE1E9E16A15}"/>
                </a:ext>
              </a:extLst>
            </p:cNvPr>
            <p:cNvSpPr/>
            <p:nvPr/>
          </p:nvSpPr>
          <p:spPr>
            <a:xfrm>
              <a:off x="14536918" y="537372"/>
              <a:ext cx="3684787" cy="5361166"/>
            </a:xfrm>
            <a:custGeom>
              <a:avLst/>
              <a:gdLst>
                <a:gd name="connsiteX0" fmla="*/ 415609 w 3728510"/>
                <a:gd name="connsiteY0" fmla="*/ 0 h 5424778"/>
                <a:gd name="connsiteX1" fmla="*/ 3552251 w 3728510"/>
                <a:gd name="connsiteY1" fmla="*/ 0 h 5424778"/>
                <a:gd name="connsiteX2" fmla="*/ 3552239 w 3728510"/>
                <a:gd name="connsiteY2" fmla="*/ 954923 h 5424778"/>
                <a:gd name="connsiteX3" fmla="*/ 1425648 w 3728510"/>
                <a:gd name="connsiteY3" fmla="*/ 954923 h 5424778"/>
                <a:gd name="connsiteX4" fmla="*/ 1289751 w 3728510"/>
                <a:gd name="connsiteY4" fmla="*/ 2075160 h 5424778"/>
                <a:gd name="connsiteX5" fmla="*/ 1638670 w 3728510"/>
                <a:gd name="connsiteY5" fmla="*/ 1902542 h 5424778"/>
                <a:gd name="connsiteX6" fmla="*/ 2097790 w 3728510"/>
                <a:gd name="connsiteY6" fmla="*/ 1829066 h 5424778"/>
                <a:gd name="connsiteX7" fmla="*/ 3306145 w 3728510"/>
                <a:gd name="connsiteY7" fmla="*/ 2286341 h 5424778"/>
                <a:gd name="connsiteX8" fmla="*/ 3728510 w 3728510"/>
                <a:gd name="connsiteY8" fmla="*/ 3625096 h 5424778"/>
                <a:gd name="connsiteX9" fmla="*/ 3247378 w 3728510"/>
                <a:gd name="connsiteY9" fmla="*/ 4901398 h 5424778"/>
                <a:gd name="connsiteX10" fmla="*/ 1870056 w 3728510"/>
                <a:gd name="connsiteY10" fmla="*/ 5424778 h 5424778"/>
                <a:gd name="connsiteX11" fmla="*/ 544165 w 3728510"/>
                <a:gd name="connsiteY11" fmla="*/ 5002415 h 5424778"/>
                <a:gd name="connsiteX12" fmla="*/ 581 w 3728510"/>
                <a:gd name="connsiteY12" fmla="*/ 3885865 h 5424778"/>
                <a:gd name="connsiteX13" fmla="*/ 7919 w 3728510"/>
                <a:gd name="connsiteY13" fmla="*/ 3863819 h 5424778"/>
                <a:gd name="connsiteX14" fmla="*/ 1219961 w 3728510"/>
                <a:gd name="connsiteY14" fmla="*/ 3790376 h 5424778"/>
                <a:gd name="connsiteX15" fmla="*/ 1398107 w 3728510"/>
                <a:gd name="connsiteY15" fmla="*/ 4289867 h 5424778"/>
                <a:gd name="connsiteX16" fmla="*/ 1870056 w 3728510"/>
                <a:gd name="connsiteY16" fmla="*/ 4469855 h 5424778"/>
                <a:gd name="connsiteX17" fmla="*/ 2349379 w 3728510"/>
                <a:gd name="connsiteY17" fmla="*/ 4232942 h 5424778"/>
                <a:gd name="connsiteX18" fmla="*/ 2490770 w 3728510"/>
                <a:gd name="connsiteY18" fmla="*/ 3632434 h 5424778"/>
                <a:gd name="connsiteX19" fmla="*/ 2332828 w 3728510"/>
                <a:gd name="connsiteY19" fmla="*/ 2938279 h 5424778"/>
                <a:gd name="connsiteX20" fmla="*/ 1833335 w 3728510"/>
                <a:gd name="connsiteY20" fmla="*/ 2684848 h 5424778"/>
                <a:gd name="connsiteX21" fmla="*/ 1431142 w 3728510"/>
                <a:gd name="connsiteY21" fmla="*/ 2791360 h 5424778"/>
                <a:gd name="connsiteX22" fmla="*/ 1219961 w 3728510"/>
                <a:gd name="connsiteY22" fmla="*/ 3059467 h 5424778"/>
                <a:gd name="connsiteX23" fmla="*/ 107093 w 3728510"/>
                <a:gd name="connsiteY23" fmla="*/ 2997047 h 5424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28510" h="5424778">
                  <a:moveTo>
                    <a:pt x="415609" y="0"/>
                  </a:moveTo>
                  <a:lnTo>
                    <a:pt x="3552251" y="0"/>
                  </a:lnTo>
                  <a:lnTo>
                    <a:pt x="3552239" y="954923"/>
                  </a:lnTo>
                  <a:lnTo>
                    <a:pt x="1425648" y="954923"/>
                  </a:lnTo>
                  <a:lnTo>
                    <a:pt x="1289751" y="2075160"/>
                  </a:lnTo>
                  <a:cubicBezTo>
                    <a:pt x="1382805" y="2004152"/>
                    <a:pt x="1499090" y="1946601"/>
                    <a:pt x="1638670" y="1902542"/>
                  </a:cubicBezTo>
                  <a:cubicBezTo>
                    <a:pt x="1778253" y="1858450"/>
                    <a:pt x="1931291" y="1833969"/>
                    <a:pt x="2097790" y="1829066"/>
                  </a:cubicBezTo>
                  <a:cubicBezTo>
                    <a:pt x="2621762" y="1819261"/>
                    <a:pt x="3024547" y="1971708"/>
                    <a:pt x="3306145" y="2286341"/>
                  </a:cubicBezTo>
                  <a:cubicBezTo>
                    <a:pt x="3587744" y="2600974"/>
                    <a:pt x="3728510" y="3047226"/>
                    <a:pt x="3728510" y="3625096"/>
                  </a:cubicBezTo>
                  <a:cubicBezTo>
                    <a:pt x="3728510" y="4127055"/>
                    <a:pt x="3568131" y="4552478"/>
                    <a:pt x="3247378" y="4901398"/>
                  </a:cubicBezTo>
                  <a:cubicBezTo>
                    <a:pt x="2926623" y="5250318"/>
                    <a:pt x="2467507" y="5424778"/>
                    <a:pt x="1870056" y="5424778"/>
                  </a:cubicBezTo>
                  <a:cubicBezTo>
                    <a:pt x="1360759" y="5424778"/>
                    <a:pt x="918784" y="5283979"/>
                    <a:pt x="544165" y="5002415"/>
                  </a:cubicBezTo>
                  <a:cubicBezTo>
                    <a:pt x="169546" y="4720818"/>
                    <a:pt x="-11658" y="4348634"/>
                    <a:pt x="581" y="3885865"/>
                  </a:cubicBezTo>
                  <a:lnTo>
                    <a:pt x="7919" y="3863819"/>
                  </a:lnTo>
                  <a:lnTo>
                    <a:pt x="1219961" y="3790376"/>
                  </a:lnTo>
                  <a:cubicBezTo>
                    <a:pt x="1219961" y="4003399"/>
                    <a:pt x="1279353" y="4169896"/>
                    <a:pt x="1398107" y="4289867"/>
                  </a:cubicBezTo>
                  <a:cubicBezTo>
                    <a:pt x="1516858" y="4409869"/>
                    <a:pt x="1674177" y="4469855"/>
                    <a:pt x="1870056" y="4469855"/>
                  </a:cubicBezTo>
                  <a:cubicBezTo>
                    <a:pt x="2095323" y="4469855"/>
                    <a:pt x="2255106" y="4390884"/>
                    <a:pt x="2349379" y="4232942"/>
                  </a:cubicBezTo>
                  <a:cubicBezTo>
                    <a:pt x="2443651" y="4075000"/>
                    <a:pt x="2490770" y="3874842"/>
                    <a:pt x="2490770" y="3632434"/>
                  </a:cubicBezTo>
                  <a:cubicBezTo>
                    <a:pt x="2490770" y="3338595"/>
                    <a:pt x="2438121" y="3107210"/>
                    <a:pt x="2332828" y="2938279"/>
                  </a:cubicBezTo>
                  <a:cubicBezTo>
                    <a:pt x="2227565" y="2769314"/>
                    <a:pt x="2061034" y="2684848"/>
                    <a:pt x="1833335" y="2684848"/>
                  </a:cubicBezTo>
                  <a:cubicBezTo>
                    <a:pt x="1666838" y="2684848"/>
                    <a:pt x="1532785" y="2720352"/>
                    <a:pt x="1431142" y="2791360"/>
                  </a:cubicBezTo>
                  <a:cubicBezTo>
                    <a:pt x="1329533" y="2862368"/>
                    <a:pt x="1259149" y="2951736"/>
                    <a:pt x="1219961" y="3059467"/>
                  </a:cubicBezTo>
                  <a:lnTo>
                    <a:pt x="107093" y="2997047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</p:grpSp>
      <p:grpSp>
        <p:nvGrpSpPr>
          <p:cNvPr id="131" name="方能演亦5">
            <a:extLst>
              <a:ext uri="{FF2B5EF4-FFF2-40B4-BE49-F238E27FC236}">
                <a16:creationId xmlns:a16="http://schemas.microsoft.com/office/drawing/2014/main" id="{477E26D2-FB78-CD3B-DA07-BF7445BF36DF}"/>
              </a:ext>
            </a:extLst>
          </p:cNvPr>
          <p:cNvGrpSpPr/>
          <p:nvPr/>
        </p:nvGrpSpPr>
        <p:grpSpPr>
          <a:xfrm>
            <a:off x="2564908" y="2525646"/>
            <a:ext cx="7062184" cy="1621078"/>
            <a:chOff x="8836995" y="-2406516"/>
            <a:chExt cx="7062184" cy="1621078"/>
          </a:xfrm>
        </p:grpSpPr>
        <p:sp>
          <p:nvSpPr>
            <p:cNvPr id="107" name="方能演亦5-1">
              <a:extLst>
                <a:ext uri="{FF2B5EF4-FFF2-40B4-BE49-F238E27FC236}">
                  <a16:creationId xmlns:a16="http://schemas.microsoft.com/office/drawing/2014/main" id="{F7958C9B-ABA0-C810-E100-4DC9C5730D80}"/>
                </a:ext>
              </a:extLst>
            </p:cNvPr>
            <p:cNvSpPr/>
            <p:nvPr/>
          </p:nvSpPr>
          <p:spPr>
            <a:xfrm>
              <a:off x="8836995" y="-2406516"/>
              <a:ext cx="7062184" cy="1621078"/>
            </a:xfrm>
            <a:prstGeom prst="rect">
              <a:avLst/>
            </a:prstGeom>
            <a:gradFill>
              <a:gsLst>
                <a:gs pos="15000">
                  <a:srgbClr val="FFFFFF">
                    <a:alpha val="80000"/>
                  </a:srgbClr>
                </a:gs>
                <a:gs pos="100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accent1">
                    <a:lumMod val="0"/>
                    <a:lumOff val="100000"/>
                    <a:alpha val="0"/>
                  </a:schemeClr>
                </a:gs>
                <a:gs pos="85000">
                  <a:schemeClr val="accent1">
                    <a:lumMod val="0"/>
                    <a:lumOff val="100000"/>
                    <a:alpha val="80000"/>
                  </a:schemeClr>
                </a:gs>
                <a:gs pos="50000">
                  <a:schemeClr val="accent1">
                    <a:lumMod val="0"/>
                    <a:lumOff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7169F217-B931-9131-AD7B-014235F515ED}"/>
                </a:ext>
              </a:extLst>
            </p:cNvPr>
            <p:cNvGrpSpPr/>
            <p:nvPr/>
          </p:nvGrpSpPr>
          <p:grpSpPr>
            <a:xfrm>
              <a:off x="9235268" y="-2235752"/>
              <a:ext cx="6265638" cy="1279551"/>
              <a:chOff x="2963181" y="2842237"/>
              <a:chExt cx="6265638" cy="1279551"/>
            </a:xfrm>
          </p:grpSpPr>
          <p:sp>
            <p:nvSpPr>
              <p:cNvPr id="110" name="方能演亦5-2">
                <a:extLst>
                  <a:ext uri="{FF2B5EF4-FFF2-40B4-BE49-F238E27FC236}">
                    <a16:creationId xmlns:a16="http://schemas.microsoft.com/office/drawing/2014/main" id="{56B19D57-1419-4784-1FD7-95A2BDD00BBA}"/>
                  </a:ext>
                </a:extLst>
              </p:cNvPr>
              <p:cNvSpPr txBox="1"/>
              <p:nvPr/>
            </p:nvSpPr>
            <p:spPr>
              <a:xfrm>
                <a:off x="2963181" y="3260014"/>
                <a:ext cx="626563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5000" b="1">
                    <a:gradFill flip="none" rotWithShape="1">
                      <a:gsLst>
                        <a:gs pos="90000">
                          <a:schemeClr val="accent1">
                            <a:lumMod val="60000"/>
                            <a:lumOff val="40000"/>
                          </a:schemeClr>
                        </a:gs>
                        <a:gs pos="7000">
                          <a:schemeClr val="accent1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rPr>
                  <a:t>文字文字一</a:t>
                </a:r>
                <a:endParaRPr lang="zh-CN" altLang="en-US" sz="5000" b="1" dirty="0">
                  <a:gradFill flip="none" rotWithShape="1">
                    <a:gsLst>
                      <a:gs pos="90000">
                        <a:schemeClr val="accent1">
                          <a:lumMod val="60000"/>
                          <a:lumOff val="40000"/>
                        </a:schemeClr>
                      </a:gs>
                      <a:gs pos="7000">
                        <a:schemeClr val="accent1"/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</a:endParaRPr>
              </a:p>
            </p:txBody>
          </p:sp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DE38E206-FEEB-5037-9445-D5C6712EAAD9}"/>
                  </a:ext>
                </a:extLst>
              </p:cNvPr>
              <p:cNvGrpSpPr/>
              <p:nvPr/>
            </p:nvGrpSpPr>
            <p:grpSpPr>
              <a:xfrm>
                <a:off x="3297479" y="2842237"/>
                <a:ext cx="5597042" cy="400110"/>
                <a:chOff x="3372870" y="2842237"/>
                <a:chExt cx="5597042" cy="400110"/>
              </a:xfrm>
            </p:grpSpPr>
            <p:sp>
              <p:nvSpPr>
                <p:cNvPr id="109" name="方能演亦5-3">
                  <a:extLst>
                    <a:ext uri="{FF2B5EF4-FFF2-40B4-BE49-F238E27FC236}">
                      <a16:creationId xmlns:a16="http://schemas.microsoft.com/office/drawing/2014/main" id="{F32FFEAD-AC0E-C6BC-7551-6AAEE0476203}"/>
                    </a:ext>
                  </a:extLst>
                </p:cNvPr>
                <p:cNvSpPr txBox="1"/>
                <p:nvPr/>
              </p:nvSpPr>
              <p:spPr>
                <a:xfrm>
                  <a:off x="5390341" y="2842237"/>
                  <a:ext cx="15621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/>
                    <a:t>PART ONE</a:t>
                  </a:r>
                  <a:endParaRPr lang="zh-CN" altLang="en-US" sz="2000" b="1" dirty="0"/>
                </a:p>
              </p:txBody>
            </p:sp>
            <p:cxnSp>
              <p:nvCxnSpPr>
                <p:cNvPr id="112" name="方能演亦5-4">
                  <a:extLst>
                    <a:ext uri="{FF2B5EF4-FFF2-40B4-BE49-F238E27FC236}">
                      <a16:creationId xmlns:a16="http://schemas.microsoft.com/office/drawing/2014/main" id="{CADBEAA6-B003-6811-32A3-CB9A5B9817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6101" y="3042292"/>
                  <a:ext cx="2063811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方能演亦5-5">
                  <a:extLst>
                    <a:ext uri="{FF2B5EF4-FFF2-40B4-BE49-F238E27FC236}">
                      <a16:creationId xmlns:a16="http://schemas.microsoft.com/office/drawing/2014/main" id="{D0E67408-925E-B498-FA26-B00D8C5A74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72870" y="3042292"/>
                  <a:ext cx="2063811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87188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方能演亦1">
            <a:extLst>
              <a:ext uri="{FF2B5EF4-FFF2-40B4-BE49-F238E27FC236}">
                <a16:creationId xmlns:a16="http://schemas.microsoft.com/office/drawing/2014/main" id="{2ADD83AC-4C7D-3812-0BBF-C9E11EF1718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600" dirty="0">
                <a:solidFill>
                  <a:schemeClr val="bg1">
                    <a:alpha val="1000"/>
                  </a:schemeClr>
                </a:solidFill>
              </a:rPr>
              <a:t>演亦文化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103" name="方能演亦2">
            <a:extLst>
              <a:ext uri="{FF2B5EF4-FFF2-40B4-BE49-F238E27FC236}">
                <a16:creationId xmlns:a16="http://schemas.microsoft.com/office/drawing/2014/main" id="{9B4FD6C7-9965-1B2C-B8C0-AEF882375076}"/>
              </a:ext>
            </a:extLst>
          </p:cNvPr>
          <p:cNvSpPr txBox="1"/>
          <p:nvPr/>
        </p:nvSpPr>
        <p:spPr>
          <a:xfrm>
            <a:off x="963827" y="-1288158"/>
            <a:ext cx="10264348" cy="92486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9500">
                <a:gradFill>
                  <a:gsLst>
                    <a:gs pos="9000">
                      <a:schemeClr val="accent1">
                        <a:lumMod val="0"/>
                        <a:lumOff val="100000"/>
                        <a:alpha val="74000"/>
                      </a:schemeClr>
                    </a:gs>
                    <a:gs pos="71000">
                      <a:schemeClr val="accent2">
                        <a:lumMod val="0"/>
                        <a:lumOff val="100000"/>
                        <a:alpha val="0"/>
                      </a:schemeClr>
                    </a:gs>
                  </a:gsLst>
                  <a:lin ang="5400000" scaled="0"/>
                </a:gradFill>
                <a:latin typeface="Bebas Neue" panose="020B0606020202050201" pitchFamily="34" charset="0"/>
              </a:rPr>
              <a:t>TWO</a:t>
            </a:r>
            <a:endParaRPr lang="zh-CN" altLang="en-US" sz="59500" dirty="0">
              <a:gradFill>
                <a:gsLst>
                  <a:gs pos="9000">
                    <a:schemeClr val="accent1">
                      <a:lumMod val="0"/>
                      <a:lumOff val="100000"/>
                      <a:alpha val="74000"/>
                    </a:schemeClr>
                  </a:gs>
                  <a:gs pos="71000">
                    <a:schemeClr val="accent2">
                      <a:lumMod val="0"/>
                      <a:lumOff val="100000"/>
                      <a:alpha val="0"/>
                    </a:schemeClr>
                  </a:gs>
                </a:gsLst>
                <a:lin ang="5400000" scaled="0"/>
              </a:gradFill>
              <a:latin typeface="Bebas Neue" panose="020B0606020202050201" pitchFamily="34" charset="0"/>
            </a:endParaRPr>
          </a:p>
        </p:txBody>
      </p:sp>
      <p:grpSp>
        <p:nvGrpSpPr>
          <p:cNvPr id="133" name="方能演亦3">
            <a:extLst>
              <a:ext uri="{FF2B5EF4-FFF2-40B4-BE49-F238E27FC236}">
                <a16:creationId xmlns:a16="http://schemas.microsoft.com/office/drawing/2014/main" id="{DC606BC5-E872-0BA0-B562-BB3403F16A53}"/>
              </a:ext>
            </a:extLst>
          </p:cNvPr>
          <p:cNvGrpSpPr/>
          <p:nvPr/>
        </p:nvGrpSpPr>
        <p:grpSpPr>
          <a:xfrm>
            <a:off x="895968" y="849680"/>
            <a:ext cx="10400064" cy="10400064"/>
            <a:chOff x="895968" y="2839318"/>
            <a:chExt cx="10400064" cy="10400064"/>
          </a:xfrm>
        </p:grpSpPr>
        <p:sp>
          <p:nvSpPr>
            <p:cNvPr id="106" name="方能演亦3-1">
              <a:extLst>
                <a:ext uri="{FF2B5EF4-FFF2-40B4-BE49-F238E27FC236}">
                  <a16:creationId xmlns:a16="http://schemas.microsoft.com/office/drawing/2014/main" id="{1AE99536-E3FE-2B27-2A0F-919BB4674657}"/>
                </a:ext>
              </a:extLst>
            </p:cNvPr>
            <p:cNvSpPr/>
            <p:nvPr/>
          </p:nvSpPr>
          <p:spPr>
            <a:xfrm>
              <a:off x="2259838" y="4008280"/>
              <a:ext cx="7672324" cy="767232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0"/>
                    <a:lumMod val="5000"/>
                    <a:lumOff val="95000"/>
                  </a:schemeClr>
                </a:gs>
                <a:gs pos="100000">
                  <a:schemeClr val="accent1">
                    <a:lumMod val="75000"/>
                    <a:alpha val="46000"/>
                  </a:schemeClr>
                </a:gs>
              </a:gsLst>
              <a:lin ang="5400000" scaled="0"/>
              <a:tileRect/>
            </a:gradFill>
            <a:ln>
              <a:noFill/>
            </a:ln>
            <a:scene3d>
              <a:camera prst="orthographicFront">
                <a:rot lat="16799984" lon="0" rev="0"/>
              </a:camera>
              <a:lightRig rig="contrasting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方能演亦3-2">
              <a:extLst>
                <a:ext uri="{FF2B5EF4-FFF2-40B4-BE49-F238E27FC236}">
                  <a16:creationId xmlns:a16="http://schemas.microsoft.com/office/drawing/2014/main" id="{9030D204-72DB-FA06-F1CD-749021881B78}"/>
                </a:ext>
              </a:extLst>
            </p:cNvPr>
            <p:cNvSpPr/>
            <p:nvPr/>
          </p:nvSpPr>
          <p:spPr>
            <a:xfrm>
              <a:off x="895968" y="2839318"/>
              <a:ext cx="10400064" cy="10400064"/>
            </a:xfrm>
            <a:prstGeom prst="ellipse">
              <a:avLst/>
            </a:prstGeom>
            <a:noFill/>
            <a:ln>
              <a:gradFill>
                <a:gsLst>
                  <a:gs pos="1000">
                    <a:schemeClr val="accent1">
                      <a:lumMod val="5000"/>
                      <a:lumOff val="95000"/>
                      <a:alpha val="0"/>
                    </a:schemeClr>
                  </a:gs>
                  <a:gs pos="77000">
                    <a:schemeClr val="accent1">
                      <a:lumMod val="75000"/>
                      <a:alpha val="71000"/>
                    </a:schemeClr>
                  </a:gs>
                </a:gsLst>
                <a:lin ang="5400000" scaled="1"/>
              </a:gradFill>
            </a:ln>
            <a:scene3d>
              <a:camera prst="orthographicFront">
                <a:rot lat="16799984" lon="0" rev="0"/>
              </a:camera>
              <a:lightRig rig="contrasting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5" name="方能演亦3-3">
              <a:extLst>
                <a:ext uri="{FF2B5EF4-FFF2-40B4-BE49-F238E27FC236}">
                  <a16:creationId xmlns:a16="http://schemas.microsoft.com/office/drawing/2014/main" id="{6941976E-C54E-32F6-F2EC-A6DC1D625492}"/>
                </a:ext>
              </a:extLst>
            </p:cNvPr>
            <p:cNvSpPr/>
            <p:nvPr/>
          </p:nvSpPr>
          <p:spPr>
            <a:xfrm>
              <a:off x="3742658" y="5221868"/>
              <a:ext cx="4680300" cy="494732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0"/>
                    <a:lumMod val="5000"/>
                    <a:lumOff val="95000"/>
                  </a:schemeClr>
                </a:gs>
                <a:gs pos="100000">
                  <a:schemeClr val="accent1">
                    <a:lumMod val="75000"/>
                    <a:alpha val="32000"/>
                  </a:schemeClr>
                </a:gs>
              </a:gsLst>
              <a:lin ang="5400000" scaled="0"/>
              <a:tileRect/>
            </a:gradFill>
            <a:ln>
              <a:noFill/>
            </a:ln>
            <a:scene3d>
              <a:camera prst="orthographicFront">
                <a:rot lat="16799984" lon="0" rev="0"/>
              </a:camera>
              <a:lightRig rig="contrasting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7" name="方能演亦4" hidden="1">
            <a:extLst>
              <a:ext uri="{FF2B5EF4-FFF2-40B4-BE49-F238E27FC236}">
                <a16:creationId xmlns:a16="http://schemas.microsoft.com/office/drawing/2014/main" id="{9AFFD5A3-5851-69B0-376B-73C32D2FB82F}"/>
              </a:ext>
            </a:extLst>
          </p:cNvPr>
          <p:cNvGrpSpPr>
            <a:grpSpLocks/>
          </p:cNvGrpSpPr>
          <p:nvPr/>
        </p:nvGrpSpPr>
        <p:grpSpPr>
          <a:xfrm>
            <a:off x="4217826" y="485320"/>
            <a:ext cx="3756348" cy="5465269"/>
            <a:chOff x="14536918" y="485318"/>
            <a:chExt cx="3756348" cy="5465269"/>
          </a:xfrm>
        </p:grpSpPr>
        <p:sp>
          <p:nvSpPr>
            <p:cNvPr id="135" name="方能演亦4-1">
              <a:extLst>
                <a:ext uri="{FF2B5EF4-FFF2-40B4-BE49-F238E27FC236}">
                  <a16:creationId xmlns:a16="http://schemas.microsoft.com/office/drawing/2014/main" id="{5DD638F4-96AF-0033-2CBF-8940EE51D30A}"/>
                </a:ext>
              </a:extLst>
            </p:cNvPr>
            <p:cNvSpPr txBox="1"/>
            <p:nvPr/>
          </p:nvSpPr>
          <p:spPr>
            <a:xfrm rot="1912627">
              <a:off x="15427781" y="2098912"/>
              <a:ext cx="1538263" cy="2238086"/>
            </a:xfrm>
            <a:custGeom>
              <a:avLst/>
              <a:gdLst/>
              <a:ahLst/>
              <a:cxnLst/>
              <a:rect l="l" t="t" r="r" b="b"/>
              <a:pathLst>
                <a:path w="113313" h="164864">
                  <a:moveTo>
                    <a:pt x="12631" y="0"/>
                  </a:moveTo>
                  <a:lnTo>
                    <a:pt x="107956" y="0"/>
                  </a:lnTo>
                  <a:lnTo>
                    <a:pt x="107956" y="29021"/>
                  </a:lnTo>
                  <a:lnTo>
                    <a:pt x="43327" y="29021"/>
                  </a:lnTo>
                  <a:lnTo>
                    <a:pt x="39197" y="63066"/>
                  </a:lnTo>
                  <a:cubicBezTo>
                    <a:pt x="42025" y="60908"/>
                    <a:pt x="45559" y="59159"/>
                    <a:pt x="49801" y="57820"/>
                  </a:cubicBezTo>
                  <a:cubicBezTo>
                    <a:pt x="54043" y="56480"/>
                    <a:pt x="58694" y="55736"/>
                    <a:pt x="63754" y="55587"/>
                  </a:cubicBezTo>
                  <a:cubicBezTo>
                    <a:pt x="79678" y="55289"/>
                    <a:pt x="91919" y="59922"/>
                    <a:pt x="100477" y="69484"/>
                  </a:cubicBezTo>
                  <a:cubicBezTo>
                    <a:pt x="109035" y="79046"/>
                    <a:pt x="113313" y="92608"/>
                    <a:pt x="113313" y="110170"/>
                  </a:cubicBezTo>
                  <a:cubicBezTo>
                    <a:pt x="113313" y="125425"/>
                    <a:pt x="108439" y="138354"/>
                    <a:pt x="98691" y="148958"/>
                  </a:cubicBezTo>
                  <a:cubicBezTo>
                    <a:pt x="88943" y="159562"/>
                    <a:pt x="74990" y="164864"/>
                    <a:pt x="56833" y="164864"/>
                  </a:cubicBezTo>
                  <a:cubicBezTo>
                    <a:pt x="41355" y="164864"/>
                    <a:pt x="27923" y="160585"/>
                    <a:pt x="16538" y="152028"/>
                  </a:cubicBezTo>
                  <a:cubicBezTo>
                    <a:pt x="5153" y="143470"/>
                    <a:pt x="-354" y="132159"/>
                    <a:pt x="18" y="118095"/>
                  </a:cubicBezTo>
                  <a:lnTo>
                    <a:pt x="241" y="117425"/>
                  </a:lnTo>
                  <a:lnTo>
                    <a:pt x="37076" y="115193"/>
                  </a:lnTo>
                  <a:cubicBezTo>
                    <a:pt x="37076" y="121667"/>
                    <a:pt x="38881" y="126727"/>
                    <a:pt x="42490" y="130373"/>
                  </a:cubicBezTo>
                  <a:cubicBezTo>
                    <a:pt x="46099" y="134020"/>
                    <a:pt x="50880" y="135843"/>
                    <a:pt x="56833" y="135843"/>
                  </a:cubicBezTo>
                  <a:cubicBezTo>
                    <a:pt x="63679" y="135843"/>
                    <a:pt x="68535" y="133443"/>
                    <a:pt x="71400" y="128643"/>
                  </a:cubicBezTo>
                  <a:cubicBezTo>
                    <a:pt x="74265" y="123843"/>
                    <a:pt x="75697" y="117760"/>
                    <a:pt x="75697" y="110393"/>
                  </a:cubicBezTo>
                  <a:cubicBezTo>
                    <a:pt x="75697" y="101463"/>
                    <a:pt x="74097" y="94431"/>
                    <a:pt x="70897" y="89297"/>
                  </a:cubicBezTo>
                  <a:cubicBezTo>
                    <a:pt x="67698" y="84162"/>
                    <a:pt x="62637" y="81595"/>
                    <a:pt x="55717" y="81595"/>
                  </a:cubicBezTo>
                  <a:cubicBezTo>
                    <a:pt x="50657" y="81595"/>
                    <a:pt x="46583" y="82674"/>
                    <a:pt x="43494" y="84832"/>
                  </a:cubicBezTo>
                  <a:cubicBezTo>
                    <a:pt x="40406" y="86990"/>
                    <a:pt x="38267" y="89706"/>
                    <a:pt x="37076" y="92980"/>
                  </a:cubicBezTo>
                  <a:lnTo>
                    <a:pt x="3255" y="91083"/>
                  </a:lnTo>
                  <a:close/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>
                <a:defRPr sz="8800" b="1"/>
              </a:lvl1pPr>
            </a:lstStyle>
            <a:p>
              <a:endParaRPr lang="zh-CN" altLang="en-US" dirty="0"/>
            </a:p>
          </p:txBody>
        </p:sp>
        <p:sp>
          <p:nvSpPr>
            <p:cNvPr id="166" name="方能演亦4-2">
              <a:extLst>
                <a:ext uri="{FF2B5EF4-FFF2-40B4-BE49-F238E27FC236}">
                  <a16:creationId xmlns:a16="http://schemas.microsoft.com/office/drawing/2014/main" id="{B5359E15-CD7C-7436-2FA6-1FCD76356290}"/>
                </a:ext>
              </a:extLst>
            </p:cNvPr>
            <p:cNvSpPr txBox="1"/>
            <p:nvPr/>
          </p:nvSpPr>
          <p:spPr>
            <a:xfrm>
              <a:off x="14536918" y="485318"/>
              <a:ext cx="3756348" cy="5465269"/>
            </a:xfrm>
            <a:custGeom>
              <a:avLst/>
              <a:gdLst/>
              <a:ahLst/>
              <a:cxnLst/>
              <a:rect l="l" t="t" r="r" b="b"/>
              <a:pathLst>
                <a:path w="113313" h="164864">
                  <a:moveTo>
                    <a:pt x="12631" y="0"/>
                  </a:moveTo>
                  <a:lnTo>
                    <a:pt x="107956" y="0"/>
                  </a:lnTo>
                  <a:lnTo>
                    <a:pt x="107956" y="29021"/>
                  </a:lnTo>
                  <a:lnTo>
                    <a:pt x="43327" y="29021"/>
                  </a:lnTo>
                  <a:lnTo>
                    <a:pt x="39197" y="63066"/>
                  </a:lnTo>
                  <a:cubicBezTo>
                    <a:pt x="42025" y="60908"/>
                    <a:pt x="45559" y="59159"/>
                    <a:pt x="49801" y="57820"/>
                  </a:cubicBezTo>
                  <a:cubicBezTo>
                    <a:pt x="54043" y="56480"/>
                    <a:pt x="58694" y="55736"/>
                    <a:pt x="63754" y="55587"/>
                  </a:cubicBezTo>
                  <a:cubicBezTo>
                    <a:pt x="79678" y="55289"/>
                    <a:pt x="91919" y="59922"/>
                    <a:pt x="100477" y="69484"/>
                  </a:cubicBezTo>
                  <a:cubicBezTo>
                    <a:pt x="109035" y="79046"/>
                    <a:pt x="113313" y="92608"/>
                    <a:pt x="113313" y="110170"/>
                  </a:cubicBezTo>
                  <a:cubicBezTo>
                    <a:pt x="113313" y="125425"/>
                    <a:pt x="108439" y="138354"/>
                    <a:pt x="98691" y="148958"/>
                  </a:cubicBezTo>
                  <a:cubicBezTo>
                    <a:pt x="88943" y="159562"/>
                    <a:pt x="74990" y="164864"/>
                    <a:pt x="56833" y="164864"/>
                  </a:cubicBezTo>
                  <a:cubicBezTo>
                    <a:pt x="41355" y="164864"/>
                    <a:pt x="27923" y="160585"/>
                    <a:pt x="16538" y="152028"/>
                  </a:cubicBezTo>
                  <a:cubicBezTo>
                    <a:pt x="5153" y="143470"/>
                    <a:pt x="-354" y="132159"/>
                    <a:pt x="18" y="118095"/>
                  </a:cubicBezTo>
                  <a:lnTo>
                    <a:pt x="241" y="117425"/>
                  </a:lnTo>
                  <a:lnTo>
                    <a:pt x="37076" y="115193"/>
                  </a:lnTo>
                  <a:cubicBezTo>
                    <a:pt x="37076" y="121667"/>
                    <a:pt x="38881" y="126727"/>
                    <a:pt x="42490" y="130373"/>
                  </a:cubicBezTo>
                  <a:cubicBezTo>
                    <a:pt x="46099" y="134020"/>
                    <a:pt x="50880" y="135843"/>
                    <a:pt x="56833" y="135843"/>
                  </a:cubicBezTo>
                  <a:cubicBezTo>
                    <a:pt x="63679" y="135843"/>
                    <a:pt x="68535" y="133443"/>
                    <a:pt x="71400" y="128643"/>
                  </a:cubicBezTo>
                  <a:cubicBezTo>
                    <a:pt x="74265" y="123843"/>
                    <a:pt x="75697" y="117760"/>
                    <a:pt x="75697" y="110393"/>
                  </a:cubicBezTo>
                  <a:cubicBezTo>
                    <a:pt x="75697" y="101463"/>
                    <a:pt x="74097" y="94431"/>
                    <a:pt x="70897" y="89297"/>
                  </a:cubicBezTo>
                  <a:cubicBezTo>
                    <a:pt x="67698" y="84162"/>
                    <a:pt x="62637" y="81595"/>
                    <a:pt x="55717" y="81595"/>
                  </a:cubicBezTo>
                  <a:cubicBezTo>
                    <a:pt x="50657" y="81595"/>
                    <a:pt x="46583" y="82674"/>
                    <a:pt x="43494" y="84832"/>
                  </a:cubicBezTo>
                  <a:cubicBezTo>
                    <a:pt x="40406" y="86990"/>
                    <a:pt x="38267" y="89706"/>
                    <a:pt x="37076" y="92980"/>
                  </a:cubicBezTo>
                  <a:lnTo>
                    <a:pt x="3255" y="91083"/>
                  </a:lnTo>
                  <a:close/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50000"/>
                    </a:schemeClr>
                  </a:gs>
                  <a:gs pos="100000">
                    <a:schemeClr val="accent2">
                      <a:alpha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>
                <a:defRPr sz="8800" b="1"/>
              </a:lvl1pPr>
            </a:lstStyle>
            <a:p>
              <a:endParaRPr lang="zh-CN" altLang="en-US" dirty="0"/>
            </a:p>
          </p:txBody>
        </p:sp>
        <p:sp>
          <p:nvSpPr>
            <p:cNvPr id="167" name="方能演亦4-3">
              <a:extLst>
                <a:ext uri="{FF2B5EF4-FFF2-40B4-BE49-F238E27FC236}">
                  <a16:creationId xmlns:a16="http://schemas.microsoft.com/office/drawing/2014/main" id="{03D0DC09-0F72-1B42-218D-587B930F0DC9}"/>
                </a:ext>
              </a:extLst>
            </p:cNvPr>
            <p:cNvSpPr/>
            <p:nvPr/>
          </p:nvSpPr>
          <p:spPr>
            <a:xfrm>
              <a:off x="15170314" y="1884692"/>
              <a:ext cx="2240776" cy="2488308"/>
            </a:xfrm>
            <a:custGeom>
              <a:avLst/>
              <a:gdLst>
                <a:gd name="connsiteX0" fmla="*/ 1046581 w 2240776"/>
                <a:gd name="connsiteY0" fmla="*/ 0 h 2488308"/>
                <a:gd name="connsiteX1" fmla="*/ 2240776 w 2240776"/>
                <a:gd name="connsiteY1" fmla="*/ 650855 h 2488308"/>
                <a:gd name="connsiteX2" fmla="*/ 2042618 w 2240776"/>
                <a:gd name="connsiteY2" fmla="*/ 1014416 h 2488308"/>
                <a:gd name="connsiteX3" fmla="*/ 1232977 w 2240776"/>
                <a:gd name="connsiteY3" fmla="*/ 573146 h 2488308"/>
                <a:gd name="connsiteX4" fmla="*/ 948788 w 2240776"/>
                <a:gd name="connsiteY4" fmla="*/ 971446 h 2488308"/>
                <a:gd name="connsiteX5" fmla="*/ 1117446 w 2240776"/>
                <a:gd name="connsiteY5" fmla="*/ 978128 h 2488308"/>
                <a:gd name="connsiteX6" fmla="*/ 1307489 w 2240776"/>
                <a:gd name="connsiteY6" fmla="*/ 1045422 h 2488308"/>
                <a:gd name="connsiteX7" fmla="*/ 1672653 w 2240776"/>
                <a:gd name="connsiteY7" fmla="*/ 1470252 h 2488308"/>
                <a:gd name="connsiteX8" fmla="*/ 1555661 w 2240776"/>
                <a:gd name="connsiteY8" fmla="*/ 2067587 h 2488308"/>
                <a:gd name="connsiteX9" fmla="*/ 1107650 w 2240776"/>
                <a:gd name="connsiteY9" fmla="*/ 2453669 h 2488308"/>
                <a:gd name="connsiteX10" fmla="*/ 474672 w 2240776"/>
                <a:gd name="connsiteY10" fmla="*/ 2367136 h 2488308"/>
                <a:gd name="connsiteX11" fmla="*/ 57516 w 2240776"/>
                <a:gd name="connsiteY11" fmla="*/ 1931208 h 2488308"/>
                <a:gd name="connsiteX12" fmla="*/ 82247 w 2240776"/>
                <a:gd name="connsiteY12" fmla="*/ 1393318 h 2488308"/>
                <a:gd name="connsiteX13" fmla="*/ 89616 w 2240776"/>
                <a:gd name="connsiteY13" fmla="*/ 1386447 h 2488308"/>
                <a:gd name="connsiteX14" fmla="*/ 566306 w 2240776"/>
                <a:gd name="connsiteY14" fmla="*/ 1609986 h 2488308"/>
                <a:gd name="connsiteX15" fmla="*/ 530485 w 2240776"/>
                <a:gd name="connsiteY15" fmla="*/ 1837119 h 2488308"/>
                <a:gd name="connsiteX16" fmla="*/ 672821 w 2240776"/>
                <a:gd name="connsiteY16" fmla="*/ 2003575 h 2488308"/>
                <a:gd name="connsiteX17" fmla="*/ 904467 w 2240776"/>
                <a:gd name="connsiteY17" fmla="*/ 2012836 h 2488308"/>
                <a:gd name="connsiteX18" fmla="*/ 1082904 w 2240776"/>
                <a:gd name="connsiteY18" fmla="*/ 1813549 h 2488308"/>
                <a:gd name="connsiteX19" fmla="*/ 1166811 w 2240776"/>
                <a:gd name="connsiteY19" fmla="*/ 1516495 h 2488308"/>
                <a:gd name="connsiteX20" fmla="*/ 1029230 w 2240776"/>
                <a:gd name="connsiteY20" fmla="*/ 1316362 h 2488308"/>
                <a:gd name="connsiteX21" fmla="*/ 854005 w 2240776"/>
                <a:gd name="connsiteY21" fmla="*/ 1273458 h 2488308"/>
                <a:gd name="connsiteX22" fmla="*/ 717971 w 2240776"/>
                <a:gd name="connsiteY22" fmla="*/ 1331712 h 2488308"/>
                <a:gd name="connsiteX23" fmla="*/ 307231 w 2240776"/>
                <a:gd name="connsiteY23" fmla="*/ 1077027 h 248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40776" h="2488308">
                  <a:moveTo>
                    <a:pt x="1046581" y="0"/>
                  </a:moveTo>
                  <a:lnTo>
                    <a:pt x="2240776" y="650855"/>
                  </a:lnTo>
                  <a:lnTo>
                    <a:pt x="2042618" y="1014416"/>
                  </a:lnTo>
                  <a:lnTo>
                    <a:pt x="1232977" y="573146"/>
                  </a:lnTo>
                  <a:lnTo>
                    <a:pt x="948788" y="971446"/>
                  </a:lnTo>
                  <a:cubicBezTo>
                    <a:pt x="998950" y="963720"/>
                    <a:pt x="1055162" y="965939"/>
                    <a:pt x="1117446" y="978128"/>
                  </a:cubicBezTo>
                  <a:cubicBezTo>
                    <a:pt x="1179739" y="990305"/>
                    <a:pt x="1243082" y="1012740"/>
                    <a:pt x="1307489" y="1045422"/>
                  </a:cubicBezTo>
                  <a:cubicBezTo>
                    <a:pt x="1509013" y="1150414"/>
                    <a:pt x="1630728" y="1292032"/>
                    <a:pt x="1672653" y="1470252"/>
                  </a:cubicBezTo>
                  <a:cubicBezTo>
                    <a:pt x="1714576" y="1648471"/>
                    <a:pt x="1675572" y="1847579"/>
                    <a:pt x="1555661" y="2067587"/>
                  </a:cubicBezTo>
                  <a:cubicBezTo>
                    <a:pt x="1451505" y="2258694"/>
                    <a:pt x="1302170" y="2387384"/>
                    <a:pt x="1107650" y="2453669"/>
                  </a:cubicBezTo>
                  <a:cubicBezTo>
                    <a:pt x="913132" y="2519954"/>
                    <a:pt x="702132" y="2491107"/>
                    <a:pt x="474672" y="2367136"/>
                  </a:cubicBezTo>
                  <a:cubicBezTo>
                    <a:pt x="280772" y="2261455"/>
                    <a:pt x="141717" y="2116140"/>
                    <a:pt x="57516" y="1931208"/>
                  </a:cubicBezTo>
                  <a:cubicBezTo>
                    <a:pt x="-26678" y="1746264"/>
                    <a:pt x="-18438" y="1566965"/>
                    <a:pt x="82247" y="1393318"/>
                  </a:cubicBezTo>
                  <a:lnTo>
                    <a:pt x="89616" y="1386447"/>
                  </a:lnTo>
                  <a:lnTo>
                    <a:pt x="566306" y="1609986"/>
                  </a:lnTo>
                  <a:cubicBezTo>
                    <a:pt x="522104" y="1691089"/>
                    <a:pt x="510169" y="1766802"/>
                    <a:pt x="530485" y="1837119"/>
                  </a:cubicBezTo>
                  <a:cubicBezTo>
                    <a:pt x="550796" y="1907449"/>
                    <a:pt x="598244" y="1962929"/>
                    <a:pt x="672821" y="2003575"/>
                  </a:cubicBezTo>
                  <a:cubicBezTo>
                    <a:pt x="758583" y="2050317"/>
                    <a:pt x="835803" y="2053406"/>
                    <a:pt x="904467" y="2012836"/>
                  </a:cubicBezTo>
                  <a:cubicBezTo>
                    <a:pt x="973133" y="1972266"/>
                    <a:pt x="1032603" y="1905838"/>
                    <a:pt x="1082904" y="1813549"/>
                  </a:cubicBezTo>
                  <a:cubicBezTo>
                    <a:pt x="1143877" y="1701677"/>
                    <a:pt x="1171845" y="1602659"/>
                    <a:pt x="1166811" y="1516495"/>
                  </a:cubicBezTo>
                  <a:cubicBezTo>
                    <a:pt x="1161796" y="1430324"/>
                    <a:pt x="1115921" y="1363611"/>
                    <a:pt x="1029230" y="1316362"/>
                  </a:cubicBezTo>
                  <a:cubicBezTo>
                    <a:pt x="965842" y="1281815"/>
                    <a:pt x="907437" y="1267515"/>
                    <a:pt x="854005" y="1273458"/>
                  </a:cubicBezTo>
                  <a:cubicBezTo>
                    <a:pt x="800587" y="1279409"/>
                    <a:pt x="755245" y="1298829"/>
                    <a:pt x="717971" y="1331712"/>
                  </a:cubicBezTo>
                  <a:lnTo>
                    <a:pt x="307231" y="1077027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68" name="方能演亦4-4">
              <a:extLst>
                <a:ext uri="{FF2B5EF4-FFF2-40B4-BE49-F238E27FC236}">
                  <a16:creationId xmlns:a16="http://schemas.microsoft.com/office/drawing/2014/main" id="{EC5881BB-B287-064C-9CC7-54E2A3780E48}"/>
                </a:ext>
              </a:extLst>
            </p:cNvPr>
            <p:cNvSpPr/>
            <p:nvPr/>
          </p:nvSpPr>
          <p:spPr>
            <a:xfrm>
              <a:off x="15145449" y="1817326"/>
              <a:ext cx="2297464" cy="2621926"/>
            </a:xfrm>
            <a:custGeom>
              <a:avLst/>
              <a:gdLst>
                <a:gd name="connsiteX0" fmla="*/ 1007983 w 2297464"/>
                <a:gd name="connsiteY0" fmla="*/ 0 h 2621926"/>
                <a:gd name="connsiteX1" fmla="*/ 2297464 w 2297464"/>
                <a:gd name="connsiteY1" fmla="*/ 618313 h 2621926"/>
                <a:gd name="connsiteX2" fmla="*/ 2109210 w 2297464"/>
                <a:gd name="connsiteY2" fmla="*/ 1010881 h 2621926"/>
                <a:gd name="connsiteX3" fmla="*/ 1234969 w 2297464"/>
                <a:gd name="connsiteY3" fmla="*/ 591675 h 2621926"/>
                <a:gd name="connsiteX4" fmla="*/ 958274 w 2297464"/>
                <a:gd name="connsiteY4" fmla="*/ 1025415 h 2621926"/>
                <a:gd name="connsiteX5" fmla="*/ 1135743 w 2297464"/>
                <a:gd name="connsiteY5" fmla="*/ 1023233 h 2621926"/>
                <a:gd name="connsiteX6" fmla="*/ 1338969 w 2297464"/>
                <a:gd name="connsiteY6" fmla="*/ 1083532 h 2621926"/>
                <a:gd name="connsiteX7" fmla="*/ 1745583 w 2297464"/>
                <a:gd name="connsiteY7" fmla="*/ 1509716 h 2621926"/>
                <a:gd name="connsiteX8" fmla="*/ 1655313 w 2297464"/>
                <a:gd name="connsiteY8" fmla="*/ 2143337 h 2621926"/>
                <a:gd name="connsiteX9" fmla="*/ 1205928 w 2297464"/>
                <a:gd name="connsiteY9" fmla="*/ 2573182 h 2621926"/>
                <a:gd name="connsiteX10" fmla="*/ 536541 w 2297464"/>
                <a:gd name="connsiteY10" fmla="*/ 2516837 h 2621926"/>
                <a:gd name="connsiteX11" fmla="*/ 74725 w 2297464"/>
                <a:gd name="connsiteY11" fmla="*/ 2081836 h 2621926"/>
                <a:gd name="connsiteX12" fmla="*/ 71358 w 2297464"/>
                <a:gd name="connsiteY12" fmla="*/ 1515667 h 2621926"/>
                <a:gd name="connsiteX13" fmla="*/ 78722 w 2297464"/>
                <a:gd name="connsiteY13" fmla="*/ 1508050 h 2621926"/>
                <a:gd name="connsiteX14" fmla="*/ 591469 w 2297464"/>
                <a:gd name="connsiteY14" fmla="*/ 1716783 h 2621926"/>
                <a:gd name="connsiteX15" fmla="*/ 566243 w 2297464"/>
                <a:gd name="connsiteY15" fmla="*/ 1957242 h 2621926"/>
                <a:gd name="connsiteX16" fmla="*/ 724780 w 2297464"/>
                <a:gd name="connsiteY16" fmla="*/ 2124268 h 2621926"/>
                <a:gd name="connsiteX17" fmla="*/ 968531 w 2297464"/>
                <a:gd name="connsiteY17" fmla="*/ 2121360 h 2621926"/>
                <a:gd name="connsiteX18" fmla="*/ 1145032 w 2297464"/>
                <a:gd name="connsiteY18" fmla="*/ 1902363 h 2621926"/>
                <a:gd name="connsiteX19" fmla="*/ 1216939 w 2297464"/>
                <a:gd name="connsiteY19" fmla="*/ 1585861 h 2621926"/>
                <a:gd name="connsiteX20" fmla="*/ 1061557 w 2297464"/>
                <a:gd name="connsiteY20" fmla="*/ 1383212 h 2621926"/>
                <a:gd name="connsiteX21" fmla="*/ 875219 w 2297464"/>
                <a:gd name="connsiteY21" fmla="*/ 1347717 h 2621926"/>
                <a:gd name="connsiteX22" fmla="*/ 735550 w 2297464"/>
                <a:gd name="connsiteY22" fmla="*/ 1416306 h 2621926"/>
                <a:gd name="connsiteX23" fmla="*/ 290357 w 2297464"/>
                <a:gd name="connsiteY23" fmla="*/ 1171271 h 2621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97464" h="2621926">
                  <a:moveTo>
                    <a:pt x="1007983" y="0"/>
                  </a:moveTo>
                  <a:lnTo>
                    <a:pt x="2297464" y="618313"/>
                  </a:lnTo>
                  <a:lnTo>
                    <a:pt x="2109210" y="1010881"/>
                  </a:lnTo>
                  <a:lnTo>
                    <a:pt x="1234969" y="591675"/>
                  </a:lnTo>
                  <a:lnTo>
                    <a:pt x="958274" y="1025415"/>
                  </a:lnTo>
                  <a:cubicBezTo>
                    <a:pt x="1010527" y="1014567"/>
                    <a:pt x="1069675" y="1013831"/>
                    <a:pt x="1135743" y="1023233"/>
                  </a:cubicBezTo>
                  <a:cubicBezTo>
                    <a:pt x="1201816" y="1032622"/>
                    <a:pt x="1269556" y="1052726"/>
                    <a:pt x="1338969" y="1083532"/>
                  </a:cubicBezTo>
                  <a:cubicBezTo>
                    <a:pt x="1556308" y="1182789"/>
                    <a:pt x="1691841" y="1324860"/>
                    <a:pt x="1745583" y="1509716"/>
                  </a:cubicBezTo>
                  <a:cubicBezTo>
                    <a:pt x="1799325" y="1694571"/>
                    <a:pt x="1769228" y="1905775"/>
                    <a:pt x="1655313" y="2143337"/>
                  </a:cubicBezTo>
                  <a:cubicBezTo>
                    <a:pt x="1556364" y="2349693"/>
                    <a:pt x="1406571" y="2492969"/>
                    <a:pt x="1205928" y="2573182"/>
                  </a:cubicBezTo>
                  <a:cubicBezTo>
                    <a:pt x="1005286" y="2653394"/>
                    <a:pt x="782150" y="2634610"/>
                    <a:pt x="536541" y="2516837"/>
                  </a:cubicBezTo>
                  <a:cubicBezTo>
                    <a:pt x="327169" y="2416441"/>
                    <a:pt x="173226" y="2271434"/>
                    <a:pt x="74725" y="2081836"/>
                  </a:cubicBezTo>
                  <a:cubicBezTo>
                    <a:pt x="-23771" y="1892224"/>
                    <a:pt x="-24897" y="1703499"/>
                    <a:pt x="71358" y="1515667"/>
                  </a:cubicBezTo>
                  <a:lnTo>
                    <a:pt x="78722" y="1508050"/>
                  </a:lnTo>
                  <a:lnTo>
                    <a:pt x="591469" y="1716783"/>
                  </a:lnTo>
                  <a:cubicBezTo>
                    <a:pt x="549476" y="1804358"/>
                    <a:pt x="541072" y="1884512"/>
                    <a:pt x="566243" y="1957242"/>
                  </a:cubicBezTo>
                  <a:cubicBezTo>
                    <a:pt x="591405" y="2029984"/>
                    <a:pt x="644253" y="2085655"/>
                    <a:pt x="724780" y="2124268"/>
                  </a:cubicBezTo>
                  <a:cubicBezTo>
                    <a:pt x="817387" y="2168673"/>
                    <a:pt x="898641" y="2167706"/>
                    <a:pt x="968531" y="2121360"/>
                  </a:cubicBezTo>
                  <a:cubicBezTo>
                    <a:pt x="1038420" y="2075013"/>
                    <a:pt x="1097247" y="2002017"/>
                    <a:pt x="1145032" y="1902363"/>
                  </a:cubicBezTo>
                  <a:cubicBezTo>
                    <a:pt x="1202956" y="1781566"/>
                    <a:pt x="1226923" y="1676065"/>
                    <a:pt x="1216939" y="1585861"/>
                  </a:cubicBezTo>
                  <a:cubicBezTo>
                    <a:pt x="1206974" y="1495650"/>
                    <a:pt x="1155163" y="1428098"/>
                    <a:pt x="1061557" y="1383212"/>
                  </a:cubicBezTo>
                  <a:cubicBezTo>
                    <a:pt x="993110" y="1350392"/>
                    <a:pt x="931002" y="1338562"/>
                    <a:pt x="875219" y="1347717"/>
                  </a:cubicBezTo>
                  <a:cubicBezTo>
                    <a:pt x="819449" y="1356879"/>
                    <a:pt x="772898" y="1379743"/>
                    <a:pt x="735550" y="1416306"/>
                  </a:cubicBezTo>
                  <a:lnTo>
                    <a:pt x="290357" y="1171271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69" name="方能演亦4-5">
              <a:extLst>
                <a:ext uri="{FF2B5EF4-FFF2-40B4-BE49-F238E27FC236}">
                  <a16:creationId xmlns:a16="http://schemas.microsoft.com/office/drawing/2014/main" id="{36BE86A6-79AB-627C-6909-498B8059526F}"/>
                </a:ext>
              </a:extLst>
            </p:cNvPr>
            <p:cNvSpPr/>
            <p:nvPr/>
          </p:nvSpPr>
          <p:spPr>
            <a:xfrm>
              <a:off x="15119246" y="1749960"/>
              <a:ext cx="2355488" cy="2757313"/>
            </a:xfrm>
            <a:custGeom>
              <a:avLst/>
              <a:gdLst>
                <a:gd name="connsiteX0" fmla="*/ 970725 w 2355488"/>
                <a:gd name="connsiteY0" fmla="*/ 0 h 2757313"/>
                <a:gd name="connsiteX1" fmla="*/ 2355488 w 2355488"/>
                <a:gd name="connsiteY1" fmla="*/ 585770 h 2757313"/>
                <a:gd name="connsiteX2" fmla="*/ 2177143 w 2355488"/>
                <a:gd name="connsiteY2" fmla="*/ 1007347 h 2757313"/>
                <a:gd name="connsiteX3" fmla="*/ 1238301 w 2355488"/>
                <a:gd name="connsiteY3" fmla="*/ 610204 h 2757313"/>
                <a:gd name="connsiteX4" fmla="*/ 969100 w 2355488"/>
                <a:gd name="connsiteY4" fmla="*/ 1079384 h 2757313"/>
                <a:gd name="connsiteX5" fmla="*/ 1155376 w 2355488"/>
                <a:gd name="connsiteY5" fmla="*/ 1068339 h 2757313"/>
                <a:gd name="connsiteX6" fmla="*/ 1371787 w 2355488"/>
                <a:gd name="connsiteY6" fmla="*/ 1121641 h 2757313"/>
                <a:gd name="connsiteX7" fmla="*/ 1819853 w 2355488"/>
                <a:gd name="connsiteY7" fmla="*/ 1549180 h 2757313"/>
                <a:gd name="connsiteX8" fmla="*/ 1756303 w 2355488"/>
                <a:gd name="connsiteY8" fmla="*/ 2219087 h 2757313"/>
                <a:gd name="connsiteX9" fmla="*/ 1305543 w 2355488"/>
                <a:gd name="connsiteY9" fmla="*/ 2692694 h 2757313"/>
                <a:gd name="connsiteX10" fmla="*/ 599746 w 2355488"/>
                <a:gd name="connsiteY10" fmla="*/ 2666539 h 2757313"/>
                <a:gd name="connsiteX11" fmla="*/ 93271 w 2355488"/>
                <a:gd name="connsiteY11" fmla="*/ 2232463 h 2757313"/>
                <a:gd name="connsiteX12" fmla="*/ 61808 w 2355488"/>
                <a:gd name="connsiteY12" fmla="*/ 1638016 h 2757313"/>
                <a:gd name="connsiteX13" fmla="*/ 69166 w 2355488"/>
                <a:gd name="connsiteY13" fmla="*/ 1629653 h 2757313"/>
                <a:gd name="connsiteX14" fmla="*/ 617970 w 2355488"/>
                <a:gd name="connsiteY14" fmla="*/ 1823580 h 2757313"/>
                <a:gd name="connsiteX15" fmla="*/ 603336 w 2355488"/>
                <a:gd name="connsiteY15" fmla="*/ 2077364 h 2757313"/>
                <a:gd name="connsiteX16" fmla="*/ 778079 w 2355488"/>
                <a:gd name="connsiteY16" fmla="*/ 2244961 h 2757313"/>
                <a:gd name="connsiteX17" fmla="*/ 1033932 w 2355488"/>
                <a:gd name="connsiteY17" fmla="*/ 2229883 h 2757313"/>
                <a:gd name="connsiteX18" fmla="*/ 1208499 w 2355488"/>
                <a:gd name="connsiteY18" fmla="*/ 1991178 h 2757313"/>
                <a:gd name="connsiteX19" fmla="*/ 1268406 w 2355488"/>
                <a:gd name="connsiteY19" fmla="*/ 1655228 h 2757313"/>
                <a:gd name="connsiteX20" fmla="*/ 1095220 w 2355488"/>
                <a:gd name="connsiteY20" fmla="*/ 1450063 h 2757313"/>
                <a:gd name="connsiteX21" fmla="*/ 897770 w 2355488"/>
                <a:gd name="connsiteY21" fmla="*/ 1421975 h 2757313"/>
                <a:gd name="connsiteX22" fmla="*/ 754468 w 2355488"/>
                <a:gd name="connsiteY22" fmla="*/ 1500900 h 2757313"/>
                <a:gd name="connsiteX23" fmla="*/ 274820 w 2355488"/>
                <a:gd name="connsiteY23" fmla="*/ 1265514 h 2757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55488" h="2757313">
                  <a:moveTo>
                    <a:pt x="970725" y="0"/>
                  </a:moveTo>
                  <a:lnTo>
                    <a:pt x="2355488" y="585770"/>
                  </a:lnTo>
                  <a:lnTo>
                    <a:pt x="2177143" y="1007347"/>
                  </a:lnTo>
                  <a:lnTo>
                    <a:pt x="1238301" y="610204"/>
                  </a:lnTo>
                  <a:lnTo>
                    <a:pt x="969100" y="1079384"/>
                  </a:lnTo>
                  <a:cubicBezTo>
                    <a:pt x="1023443" y="1065414"/>
                    <a:pt x="1085526" y="1061722"/>
                    <a:pt x="1155376" y="1068339"/>
                  </a:cubicBezTo>
                  <a:cubicBezTo>
                    <a:pt x="1225233" y="1074940"/>
                    <a:pt x="1297367" y="1092713"/>
                    <a:pt x="1371787" y="1121641"/>
                  </a:cubicBezTo>
                  <a:cubicBezTo>
                    <a:pt x="1604942" y="1215165"/>
                    <a:pt x="1754293" y="1357687"/>
                    <a:pt x="1819853" y="1549180"/>
                  </a:cubicBezTo>
                  <a:cubicBezTo>
                    <a:pt x="1885415" y="1740672"/>
                    <a:pt x="1864222" y="1963970"/>
                    <a:pt x="1756303" y="2219087"/>
                  </a:cubicBezTo>
                  <a:cubicBezTo>
                    <a:pt x="1662562" y="2440691"/>
                    <a:pt x="1512310" y="2598555"/>
                    <a:pt x="1305543" y="2692694"/>
                  </a:cubicBezTo>
                  <a:cubicBezTo>
                    <a:pt x="1098777" y="2786834"/>
                    <a:pt x="863505" y="2778113"/>
                    <a:pt x="599746" y="2666539"/>
                  </a:cubicBezTo>
                  <a:cubicBezTo>
                    <a:pt x="374904" y="2571427"/>
                    <a:pt x="206075" y="2426728"/>
                    <a:pt x="93271" y="2232463"/>
                  </a:cubicBezTo>
                  <a:cubicBezTo>
                    <a:pt x="-19525" y="2038184"/>
                    <a:pt x="-30017" y="1840032"/>
                    <a:pt x="61808" y="1638016"/>
                  </a:cubicBezTo>
                  <a:lnTo>
                    <a:pt x="69166" y="1629653"/>
                  </a:lnTo>
                  <a:lnTo>
                    <a:pt x="617970" y="1823580"/>
                  </a:lnTo>
                  <a:cubicBezTo>
                    <a:pt x="578188" y="1917626"/>
                    <a:pt x="573315" y="2002221"/>
                    <a:pt x="603336" y="2077364"/>
                  </a:cubicBezTo>
                  <a:cubicBezTo>
                    <a:pt x="633352" y="2152520"/>
                    <a:pt x="691602" y="2208381"/>
                    <a:pt x="778079" y="2244961"/>
                  </a:cubicBezTo>
                  <a:cubicBezTo>
                    <a:pt x="877527" y="2287030"/>
                    <a:pt x="962818" y="2282005"/>
                    <a:pt x="1033932" y="2229883"/>
                  </a:cubicBezTo>
                  <a:cubicBezTo>
                    <a:pt x="1105047" y="2177761"/>
                    <a:pt x="1163228" y="2098195"/>
                    <a:pt x="1208499" y="1991178"/>
                  </a:cubicBezTo>
                  <a:cubicBezTo>
                    <a:pt x="1263374" y="1861454"/>
                    <a:pt x="1283341" y="1749471"/>
                    <a:pt x="1268406" y="1655228"/>
                  </a:cubicBezTo>
                  <a:cubicBezTo>
                    <a:pt x="1253489" y="1560976"/>
                    <a:pt x="1195744" y="1492586"/>
                    <a:pt x="1095220" y="1450063"/>
                  </a:cubicBezTo>
                  <a:cubicBezTo>
                    <a:pt x="1021716" y="1418970"/>
                    <a:pt x="955902" y="1409609"/>
                    <a:pt x="897770" y="1421975"/>
                  </a:cubicBezTo>
                  <a:cubicBezTo>
                    <a:pt x="839651" y="1434348"/>
                    <a:pt x="791888" y="1460658"/>
                    <a:pt x="754468" y="1500900"/>
                  </a:cubicBezTo>
                  <a:lnTo>
                    <a:pt x="274820" y="1265514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0" name="方能演亦4-6">
              <a:extLst>
                <a:ext uri="{FF2B5EF4-FFF2-40B4-BE49-F238E27FC236}">
                  <a16:creationId xmlns:a16="http://schemas.microsoft.com/office/drawing/2014/main" id="{6BFE290D-7096-ADC1-228A-C6290D3D2956}"/>
                </a:ext>
              </a:extLst>
            </p:cNvPr>
            <p:cNvSpPr/>
            <p:nvPr/>
          </p:nvSpPr>
          <p:spPr>
            <a:xfrm>
              <a:off x="15091887" y="1682594"/>
              <a:ext cx="2414668" cy="2894276"/>
            </a:xfrm>
            <a:custGeom>
              <a:avLst/>
              <a:gdLst>
                <a:gd name="connsiteX0" fmla="*/ 934620 w 2414668"/>
                <a:gd name="connsiteY0" fmla="*/ 0 h 2894276"/>
                <a:gd name="connsiteX1" fmla="*/ 2414668 w 2414668"/>
                <a:gd name="connsiteY1" fmla="*/ 553227 h 2894276"/>
                <a:gd name="connsiteX2" fmla="*/ 2246228 w 2414668"/>
                <a:gd name="connsiteY2" fmla="*/ 1003812 h 2894276"/>
                <a:gd name="connsiteX3" fmla="*/ 1242786 w 2414668"/>
                <a:gd name="connsiteY3" fmla="*/ 628733 h 2894276"/>
                <a:gd name="connsiteX4" fmla="*/ 981081 w 2414668"/>
                <a:gd name="connsiteY4" fmla="*/ 1133353 h 2894276"/>
                <a:gd name="connsiteX5" fmla="*/ 1176165 w 2414668"/>
                <a:gd name="connsiteY5" fmla="*/ 1113444 h 2894276"/>
                <a:gd name="connsiteX6" fmla="*/ 1405762 w 2414668"/>
                <a:gd name="connsiteY6" fmla="*/ 1159751 h 2894276"/>
                <a:gd name="connsiteX7" fmla="*/ 1895278 w 2414668"/>
                <a:gd name="connsiteY7" fmla="*/ 1588644 h 2894276"/>
                <a:gd name="connsiteX8" fmla="*/ 1858447 w 2414668"/>
                <a:gd name="connsiteY8" fmla="*/ 2294837 h 2894276"/>
                <a:gd name="connsiteX9" fmla="*/ 1406314 w 2414668"/>
                <a:gd name="connsiteY9" fmla="*/ 2812207 h 2894276"/>
                <a:gd name="connsiteX10" fmla="*/ 664106 w 2414668"/>
                <a:gd name="connsiteY10" fmla="*/ 2816240 h 2894276"/>
                <a:gd name="connsiteX11" fmla="*/ 112973 w 2414668"/>
                <a:gd name="connsiteY11" fmla="*/ 2383090 h 2894276"/>
                <a:gd name="connsiteX12" fmla="*/ 53413 w 2414668"/>
                <a:gd name="connsiteY12" fmla="*/ 1760365 h 2894276"/>
                <a:gd name="connsiteX13" fmla="*/ 60765 w 2414668"/>
                <a:gd name="connsiteY13" fmla="*/ 1751257 h 2894276"/>
                <a:gd name="connsiteX14" fmla="*/ 645625 w 2414668"/>
                <a:gd name="connsiteY14" fmla="*/ 1930377 h 2894276"/>
                <a:gd name="connsiteX15" fmla="*/ 641587 w 2414668"/>
                <a:gd name="connsiteY15" fmla="*/ 2197486 h 2894276"/>
                <a:gd name="connsiteX16" fmla="*/ 832533 w 2414668"/>
                <a:gd name="connsiteY16" fmla="*/ 2365655 h 2894276"/>
                <a:gd name="connsiteX17" fmla="*/ 1100489 w 2414668"/>
                <a:gd name="connsiteY17" fmla="*/ 2338407 h 2894276"/>
                <a:gd name="connsiteX18" fmla="*/ 1273120 w 2414668"/>
                <a:gd name="connsiteY18" fmla="*/ 2079992 h 2894276"/>
                <a:gd name="connsiteX19" fmla="*/ 1321026 w 2414668"/>
                <a:gd name="connsiteY19" fmla="*/ 1724594 h 2894276"/>
                <a:gd name="connsiteX20" fmla="*/ 1130038 w 2414668"/>
                <a:gd name="connsiteY20" fmla="*/ 1516913 h 2894276"/>
                <a:gd name="connsiteX21" fmla="*/ 921475 w 2414668"/>
                <a:gd name="connsiteY21" fmla="*/ 1496234 h 2894276"/>
                <a:gd name="connsiteX22" fmla="*/ 774540 w 2414668"/>
                <a:gd name="connsiteY22" fmla="*/ 1585494 h 2894276"/>
                <a:gd name="connsiteX23" fmla="*/ 260439 w 2414668"/>
                <a:gd name="connsiteY23" fmla="*/ 1359758 h 289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14668" h="2894276">
                  <a:moveTo>
                    <a:pt x="934620" y="0"/>
                  </a:moveTo>
                  <a:lnTo>
                    <a:pt x="2414668" y="553227"/>
                  </a:lnTo>
                  <a:lnTo>
                    <a:pt x="2246228" y="1003812"/>
                  </a:lnTo>
                  <a:lnTo>
                    <a:pt x="1242786" y="628733"/>
                  </a:lnTo>
                  <a:lnTo>
                    <a:pt x="981081" y="1133353"/>
                  </a:lnTo>
                  <a:cubicBezTo>
                    <a:pt x="1037511" y="1116260"/>
                    <a:pt x="1102531" y="1109614"/>
                    <a:pt x="1176165" y="1113444"/>
                  </a:cubicBezTo>
                  <a:cubicBezTo>
                    <a:pt x="1249804" y="1117258"/>
                    <a:pt x="1326334" y="1132699"/>
                    <a:pt x="1405762" y="1159751"/>
                  </a:cubicBezTo>
                  <a:cubicBezTo>
                    <a:pt x="1654730" y="1247541"/>
                    <a:pt x="1817898" y="1390515"/>
                    <a:pt x="1895278" y="1588644"/>
                  </a:cubicBezTo>
                  <a:cubicBezTo>
                    <a:pt x="1972657" y="1786772"/>
                    <a:pt x="1960371" y="2022166"/>
                    <a:pt x="1858447" y="2294837"/>
                  </a:cubicBezTo>
                  <a:cubicBezTo>
                    <a:pt x="1769913" y="2531689"/>
                    <a:pt x="1619205" y="2704140"/>
                    <a:pt x="1406314" y="2812207"/>
                  </a:cubicBezTo>
                  <a:cubicBezTo>
                    <a:pt x="1193424" y="2920273"/>
                    <a:pt x="946015" y="2921616"/>
                    <a:pt x="664106" y="2816240"/>
                  </a:cubicBezTo>
                  <a:cubicBezTo>
                    <a:pt x="423792" y="2726412"/>
                    <a:pt x="240078" y="2582022"/>
                    <a:pt x="112973" y="2383090"/>
                  </a:cubicBezTo>
                  <a:cubicBezTo>
                    <a:pt x="-14125" y="2184143"/>
                    <a:pt x="-33984" y="1976566"/>
                    <a:pt x="53413" y="1760365"/>
                  </a:cubicBezTo>
                  <a:lnTo>
                    <a:pt x="60765" y="1751257"/>
                  </a:lnTo>
                  <a:lnTo>
                    <a:pt x="645625" y="1930377"/>
                  </a:lnTo>
                  <a:cubicBezTo>
                    <a:pt x="608052" y="2030894"/>
                    <a:pt x="606711" y="2119931"/>
                    <a:pt x="641587" y="2197486"/>
                  </a:cubicBezTo>
                  <a:cubicBezTo>
                    <a:pt x="676454" y="2275055"/>
                    <a:pt x="740105" y="2331106"/>
                    <a:pt x="832533" y="2365655"/>
                  </a:cubicBezTo>
                  <a:cubicBezTo>
                    <a:pt x="938824" y="2405386"/>
                    <a:pt x="1028149" y="2396305"/>
                    <a:pt x="1100489" y="2338407"/>
                  </a:cubicBezTo>
                  <a:cubicBezTo>
                    <a:pt x="1172829" y="2280508"/>
                    <a:pt x="1230365" y="2194373"/>
                    <a:pt x="1273120" y="2079992"/>
                  </a:cubicBezTo>
                  <a:cubicBezTo>
                    <a:pt x="1324947" y="1941343"/>
                    <a:pt x="1340913" y="1822877"/>
                    <a:pt x="1321026" y="1724594"/>
                  </a:cubicBezTo>
                  <a:cubicBezTo>
                    <a:pt x="1301160" y="1626301"/>
                    <a:pt x="1237479" y="1557074"/>
                    <a:pt x="1130038" y="1516913"/>
                  </a:cubicBezTo>
                  <a:cubicBezTo>
                    <a:pt x="1051476" y="1487547"/>
                    <a:pt x="981960" y="1480656"/>
                    <a:pt x="921475" y="1496234"/>
                  </a:cubicBezTo>
                  <a:cubicBezTo>
                    <a:pt x="861006" y="1511818"/>
                    <a:pt x="812034" y="1541573"/>
                    <a:pt x="774540" y="1585494"/>
                  </a:cubicBezTo>
                  <a:lnTo>
                    <a:pt x="260439" y="1359758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1" name="方能演亦4-7">
              <a:extLst>
                <a:ext uri="{FF2B5EF4-FFF2-40B4-BE49-F238E27FC236}">
                  <a16:creationId xmlns:a16="http://schemas.microsoft.com/office/drawing/2014/main" id="{51DBFEE5-4717-BEF8-F417-32428AB81273}"/>
                </a:ext>
              </a:extLst>
            </p:cNvPr>
            <p:cNvSpPr/>
            <p:nvPr/>
          </p:nvSpPr>
          <p:spPr>
            <a:xfrm>
              <a:off x="15063529" y="1615228"/>
              <a:ext cx="2474848" cy="3032652"/>
            </a:xfrm>
            <a:custGeom>
              <a:avLst/>
              <a:gdLst>
                <a:gd name="connsiteX0" fmla="*/ 899518 w 2474848"/>
                <a:gd name="connsiteY0" fmla="*/ 0 h 3032652"/>
                <a:gd name="connsiteX1" fmla="*/ 2474848 w 2474848"/>
                <a:gd name="connsiteY1" fmla="*/ 520684 h 3032652"/>
                <a:gd name="connsiteX2" fmla="*/ 2316317 w 2474848"/>
                <a:gd name="connsiteY2" fmla="*/ 1000277 h 3032652"/>
                <a:gd name="connsiteX3" fmla="*/ 1248273 w 2474848"/>
                <a:gd name="connsiteY3" fmla="*/ 647262 h 3032652"/>
                <a:gd name="connsiteX4" fmla="*/ 994062 w 2474848"/>
                <a:gd name="connsiteY4" fmla="*/ 1187322 h 3032652"/>
                <a:gd name="connsiteX5" fmla="*/ 1197954 w 2474848"/>
                <a:gd name="connsiteY5" fmla="*/ 1158549 h 3032652"/>
                <a:gd name="connsiteX6" fmla="*/ 1440736 w 2474848"/>
                <a:gd name="connsiteY6" fmla="*/ 1197861 h 3032652"/>
                <a:gd name="connsiteX7" fmla="*/ 1971704 w 2474848"/>
                <a:gd name="connsiteY7" fmla="*/ 1628108 h 3032652"/>
                <a:gd name="connsiteX8" fmla="*/ 1961592 w 2474848"/>
                <a:gd name="connsiteY8" fmla="*/ 2370587 h 3032652"/>
                <a:gd name="connsiteX9" fmla="*/ 1508085 w 2474848"/>
                <a:gd name="connsiteY9" fmla="*/ 2931720 h 3032652"/>
                <a:gd name="connsiteX10" fmla="*/ 729469 w 2474848"/>
                <a:gd name="connsiteY10" fmla="*/ 2965942 h 3032652"/>
                <a:gd name="connsiteX11" fmla="*/ 133676 w 2474848"/>
                <a:gd name="connsiteY11" fmla="*/ 2533718 h 3032652"/>
                <a:gd name="connsiteX12" fmla="*/ 46018 w 2474848"/>
                <a:gd name="connsiteY12" fmla="*/ 1882714 h 3032652"/>
                <a:gd name="connsiteX13" fmla="*/ 53365 w 2474848"/>
                <a:gd name="connsiteY13" fmla="*/ 1872860 h 3032652"/>
                <a:gd name="connsiteX14" fmla="*/ 674282 w 2474848"/>
                <a:gd name="connsiteY14" fmla="*/ 2037175 h 3032652"/>
                <a:gd name="connsiteX15" fmla="*/ 680837 w 2474848"/>
                <a:gd name="connsiteY15" fmla="*/ 2317608 h 3032652"/>
                <a:gd name="connsiteX16" fmla="*/ 887987 w 2474848"/>
                <a:gd name="connsiteY16" fmla="*/ 2486348 h 3032652"/>
                <a:gd name="connsiteX17" fmla="*/ 1168046 w 2474848"/>
                <a:gd name="connsiteY17" fmla="*/ 2446930 h 3032652"/>
                <a:gd name="connsiteX18" fmla="*/ 1338742 w 2474848"/>
                <a:gd name="connsiteY18" fmla="*/ 2168807 h 3032652"/>
                <a:gd name="connsiteX19" fmla="*/ 1374648 w 2474848"/>
                <a:gd name="connsiteY19" fmla="*/ 1793960 h 3032652"/>
                <a:gd name="connsiteX20" fmla="*/ 1165858 w 2474848"/>
                <a:gd name="connsiteY20" fmla="*/ 1583763 h 3032652"/>
                <a:gd name="connsiteX21" fmla="*/ 946182 w 2474848"/>
                <a:gd name="connsiteY21" fmla="*/ 1570492 h 3032652"/>
                <a:gd name="connsiteX22" fmla="*/ 795614 w 2474848"/>
                <a:gd name="connsiteY22" fmla="*/ 1670088 h 3032652"/>
                <a:gd name="connsiteX23" fmla="*/ 247058 w 2474848"/>
                <a:gd name="connsiteY23" fmla="*/ 1454002 h 303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74848" h="3032652">
                  <a:moveTo>
                    <a:pt x="899518" y="0"/>
                  </a:moveTo>
                  <a:lnTo>
                    <a:pt x="2474848" y="520684"/>
                  </a:lnTo>
                  <a:lnTo>
                    <a:pt x="2316317" y="1000277"/>
                  </a:lnTo>
                  <a:lnTo>
                    <a:pt x="1248273" y="647262"/>
                  </a:lnTo>
                  <a:lnTo>
                    <a:pt x="994062" y="1187322"/>
                  </a:lnTo>
                  <a:cubicBezTo>
                    <a:pt x="1052583" y="1167107"/>
                    <a:pt x="1120538" y="1157506"/>
                    <a:pt x="1197954" y="1158549"/>
                  </a:cubicBezTo>
                  <a:cubicBezTo>
                    <a:pt x="1275377" y="1159575"/>
                    <a:pt x="1356301" y="1172685"/>
                    <a:pt x="1440736" y="1197861"/>
                  </a:cubicBezTo>
                  <a:cubicBezTo>
                    <a:pt x="1705520" y="1279917"/>
                    <a:pt x="1882504" y="1423343"/>
                    <a:pt x="1971704" y="1628108"/>
                  </a:cubicBezTo>
                  <a:cubicBezTo>
                    <a:pt x="2060901" y="1832872"/>
                    <a:pt x="2057522" y="2080362"/>
                    <a:pt x="1961592" y="2370587"/>
                  </a:cubicBezTo>
                  <a:cubicBezTo>
                    <a:pt x="1878267" y="2622687"/>
                    <a:pt x="1727100" y="2809726"/>
                    <a:pt x="1508085" y="2931720"/>
                  </a:cubicBezTo>
                  <a:cubicBezTo>
                    <a:pt x="1289072" y="3053713"/>
                    <a:pt x="1029527" y="3065119"/>
                    <a:pt x="729469" y="2965942"/>
                  </a:cubicBezTo>
                  <a:cubicBezTo>
                    <a:pt x="473683" y="2881398"/>
                    <a:pt x="275081" y="2737316"/>
                    <a:pt x="133676" y="2533718"/>
                  </a:cubicBezTo>
                  <a:cubicBezTo>
                    <a:pt x="-7725" y="2330103"/>
                    <a:pt x="-36949" y="2113100"/>
                    <a:pt x="46018" y="1882714"/>
                  </a:cubicBezTo>
                  <a:lnTo>
                    <a:pt x="53365" y="1872860"/>
                  </a:lnTo>
                  <a:lnTo>
                    <a:pt x="674282" y="2037175"/>
                  </a:lnTo>
                  <a:cubicBezTo>
                    <a:pt x="638920" y="2144162"/>
                    <a:pt x="641110" y="2237641"/>
                    <a:pt x="680837" y="2317608"/>
                  </a:cubicBezTo>
                  <a:cubicBezTo>
                    <a:pt x="720557" y="2397591"/>
                    <a:pt x="789610" y="2453832"/>
                    <a:pt x="887987" y="2486348"/>
                  </a:cubicBezTo>
                  <a:cubicBezTo>
                    <a:pt x="1001122" y="2523742"/>
                    <a:pt x="1094481" y="2510604"/>
                    <a:pt x="1168046" y="2446930"/>
                  </a:cubicBezTo>
                  <a:cubicBezTo>
                    <a:pt x="1241610" y="2383256"/>
                    <a:pt x="1298501" y="2290552"/>
                    <a:pt x="1338742" y="2168807"/>
                  </a:cubicBezTo>
                  <a:cubicBezTo>
                    <a:pt x="1387521" y="2021231"/>
                    <a:pt x="1399487" y="1896282"/>
                    <a:pt x="1374648" y="1793960"/>
                  </a:cubicBezTo>
                  <a:cubicBezTo>
                    <a:pt x="1349831" y="1691627"/>
                    <a:pt x="1280215" y="1621562"/>
                    <a:pt x="1165858" y="1583763"/>
                  </a:cubicBezTo>
                  <a:cubicBezTo>
                    <a:pt x="1082238" y="1556125"/>
                    <a:pt x="1009018" y="1551703"/>
                    <a:pt x="946182" y="1570492"/>
                  </a:cubicBezTo>
                  <a:cubicBezTo>
                    <a:pt x="883364" y="1589288"/>
                    <a:pt x="833179" y="1622488"/>
                    <a:pt x="795614" y="1670088"/>
                  </a:cubicBezTo>
                  <a:lnTo>
                    <a:pt x="247058" y="1454002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2" name="方能演亦4-8">
              <a:extLst>
                <a:ext uri="{FF2B5EF4-FFF2-40B4-BE49-F238E27FC236}">
                  <a16:creationId xmlns:a16="http://schemas.microsoft.com/office/drawing/2014/main" id="{F1268FF1-26DC-34E1-5C2C-3C0C7FBA6242}"/>
                </a:ext>
              </a:extLst>
            </p:cNvPr>
            <p:cNvSpPr/>
            <p:nvPr/>
          </p:nvSpPr>
          <p:spPr>
            <a:xfrm>
              <a:off x="15034295" y="1547862"/>
              <a:ext cx="2535904" cy="3172296"/>
            </a:xfrm>
            <a:custGeom>
              <a:avLst/>
              <a:gdLst>
                <a:gd name="connsiteX0" fmla="*/ 865288 w 2535904"/>
                <a:gd name="connsiteY0" fmla="*/ 0 h 3172296"/>
                <a:gd name="connsiteX1" fmla="*/ 2535904 w 2535904"/>
                <a:gd name="connsiteY1" fmla="*/ 488141 h 3172296"/>
                <a:gd name="connsiteX2" fmla="*/ 2387277 w 2535904"/>
                <a:gd name="connsiteY2" fmla="*/ 996743 h 3172296"/>
                <a:gd name="connsiteX3" fmla="*/ 1254635 w 2535904"/>
                <a:gd name="connsiteY3" fmla="*/ 665791 h 3172296"/>
                <a:gd name="connsiteX4" fmla="*/ 1007916 w 2535904"/>
                <a:gd name="connsiteY4" fmla="*/ 1241291 h 3172296"/>
                <a:gd name="connsiteX5" fmla="*/ 1220618 w 2535904"/>
                <a:gd name="connsiteY5" fmla="*/ 1203654 h 3172296"/>
                <a:gd name="connsiteX6" fmla="*/ 1476584 w 2535904"/>
                <a:gd name="connsiteY6" fmla="*/ 1235971 h 3172296"/>
                <a:gd name="connsiteX7" fmla="*/ 2049002 w 2535904"/>
                <a:gd name="connsiteY7" fmla="*/ 1667572 h 3172296"/>
                <a:gd name="connsiteX8" fmla="*/ 2065612 w 2535904"/>
                <a:gd name="connsiteY8" fmla="*/ 2446337 h 3172296"/>
                <a:gd name="connsiteX9" fmla="*/ 1610731 w 2535904"/>
                <a:gd name="connsiteY9" fmla="*/ 3051232 h 3172296"/>
                <a:gd name="connsiteX10" fmla="*/ 795705 w 2535904"/>
                <a:gd name="connsiteY10" fmla="*/ 3115643 h 3172296"/>
                <a:gd name="connsiteX11" fmla="*/ 155252 w 2535904"/>
                <a:gd name="connsiteY11" fmla="*/ 2684345 h 3172296"/>
                <a:gd name="connsiteX12" fmla="*/ 39498 w 2535904"/>
                <a:gd name="connsiteY12" fmla="*/ 2005063 h 3172296"/>
                <a:gd name="connsiteX13" fmla="*/ 46837 w 2535904"/>
                <a:gd name="connsiteY13" fmla="*/ 1994463 h 3172296"/>
                <a:gd name="connsiteX14" fmla="*/ 703813 w 2535904"/>
                <a:gd name="connsiteY14" fmla="*/ 2143972 h 3172296"/>
                <a:gd name="connsiteX15" fmla="*/ 720962 w 2535904"/>
                <a:gd name="connsiteY15" fmla="*/ 2437730 h 3172296"/>
                <a:gd name="connsiteX16" fmla="*/ 944316 w 2535904"/>
                <a:gd name="connsiteY16" fmla="*/ 2607041 h 3172296"/>
                <a:gd name="connsiteX17" fmla="*/ 1236478 w 2535904"/>
                <a:gd name="connsiteY17" fmla="*/ 2555454 h 3172296"/>
                <a:gd name="connsiteX18" fmla="*/ 1405238 w 2535904"/>
                <a:gd name="connsiteY18" fmla="*/ 2257621 h 3172296"/>
                <a:gd name="connsiteX19" fmla="*/ 1429145 w 2535904"/>
                <a:gd name="connsiteY19" fmla="*/ 1863327 h 3172296"/>
                <a:gd name="connsiteX20" fmla="*/ 1202551 w 2535904"/>
                <a:gd name="connsiteY20" fmla="*/ 1650613 h 3172296"/>
                <a:gd name="connsiteX21" fmla="*/ 971764 w 2535904"/>
                <a:gd name="connsiteY21" fmla="*/ 1644751 h 3172296"/>
                <a:gd name="connsiteX22" fmla="*/ 817561 w 2535904"/>
                <a:gd name="connsiteY22" fmla="*/ 1754682 h 3172296"/>
                <a:gd name="connsiteX23" fmla="*/ 234551 w 2535904"/>
                <a:gd name="connsiteY23" fmla="*/ 1548246 h 317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35904" h="3172296">
                  <a:moveTo>
                    <a:pt x="865288" y="0"/>
                  </a:moveTo>
                  <a:lnTo>
                    <a:pt x="2535904" y="488141"/>
                  </a:lnTo>
                  <a:lnTo>
                    <a:pt x="2387277" y="996743"/>
                  </a:lnTo>
                  <a:lnTo>
                    <a:pt x="1254635" y="665791"/>
                  </a:lnTo>
                  <a:lnTo>
                    <a:pt x="1007916" y="1241291"/>
                  </a:lnTo>
                  <a:cubicBezTo>
                    <a:pt x="1068528" y="1217953"/>
                    <a:pt x="1139419" y="1205398"/>
                    <a:pt x="1220618" y="1203654"/>
                  </a:cubicBezTo>
                  <a:cubicBezTo>
                    <a:pt x="1301823" y="1201893"/>
                    <a:pt x="1387141" y="1212671"/>
                    <a:pt x="1476584" y="1235971"/>
                  </a:cubicBezTo>
                  <a:cubicBezTo>
                    <a:pt x="1757182" y="1312292"/>
                    <a:pt x="1947985" y="1456171"/>
                    <a:pt x="2049002" y="1667572"/>
                  </a:cubicBezTo>
                  <a:cubicBezTo>
                    <a:pt x="2150019" y="1878972"/>
                    <a:pt x="2155544" y="2138558"/>
                    <a:pt x="2065612" y="2446337"/>
                  </a:cubicBezTo>
                  <a:cubicBezTo>
                    <a:pt x="1987494" y="2713686"/>
                    <a:pt x="1835869" y="2915311"/>
                    <a:pt x="1610731" y="3051232"/>
                  </a:cubicBezTo>
                  <a:cubicBezTo>
                    <a:pt x="1385594" y="3187154"/>
                    <a:pt x="1113912" y="3208622"/>
                    <a:pt x="795705" y="3115643"/>
                  </a:cubicBezTo>
                  <a:cubicBezTo>
                    <a:pt x="524448" y="3036383"/>
                    <a:pt x="310959" y="2892610"/>
                    <a:pt x="155252" y="2684345"/>
                  </a:cubicBezTo>
                  <a:cubicBezTo>
                    <a:pt x="-450" y="2476063"/>
                    <a:pt x="-39040" y="2249634"/>
                    <a:pt x="39498" y="2005063"/>
                  </a:cubicBezTo>
                  <a:lnTo>
                    <a:pt x="46837" y="1994463"/>
                  </a:lnTo>
                  <a:lnTo>
                    <a:pt x="703813" y="2143972"/>
                  </a:lnTo>
                  <a:cubicBezTo>
                    <a:pt x="670661" y="2257431"/>
                    <a:pt x="676383" y="2355351"/>
                    <a:pt x="720962" y="2437730"/>
                  </a:cubicBezTo>
                  <a:cubicBezTo>
                    <a:pt x="765534" y="2520126"/>
                    <a:pt x="839987" y="2576558"/>
                    <a:pt x="944316" y="2607041"/>
                  </a:cubicBezTo>
                  <a:cubicBezTo>
                    <a:pt x="1064294" y="2642098"/>
                    <a:pt x="1161687" y="2624904"/>
                    <a:pt x="1236478" y="2555454"/>
                  </a:cubicBezTo>
                  <a:cubicBezTo>
                    <a:pt x="1311267" y="2486003"/>
                    <a:pt x="1367513" y="2386730"/>
                    <a:pt x="1405238" y="2257621"/>
                  </a:cubicBezTo>
                  <a:cubicBezTo>
                    <a:pt x="1450967" y="2101120"/>
                    <a:pt x="1458934" y="1969688"/>
                    <a:pt x="1429145" y="1863327"/>
                  </a:cubicBezTo>
                  <a:cubicBezTo>
                    <a:pt x="1399378" y="1756953"/>
                    <a:pt x="1323826" y="1686049"/>
                    <a:pt x="1202551" y="1650613"/>
                  </a:cubicBezTo>
                  <a:cubicBezTo>
                    <a:pt x="1113873" y="1624702"/>
                    <a:pt x="1036950" y="1622750"/>
                    <a:pt x="971764" y="1644751"/>
                  </a:cubicBezTo>
                  <a:cubicBezTo>
                    <a:pt x="906594" y="1666757"/>
                    <a:pt x="855199" y="1703402"/>
                    <a:pt x="817561" y="1754682"/>
                  </a:cubicBezTo>
                  <a:lnTo>
                    <a:pt x="234551" y="1548246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3" name="方能演亦4-9">
              <a:extLst>
                <a:ext uri="{FF2B5EF4-FFF2-40B4-BE49-F238E27FC236}">
                  <a16:creationId xmlns:a16="http://schemas.microsoft.com/office/drawing/2014/main" id="{0A64F6BB-96D5-9BCD-7055-4D862AD545F8}"/>
                </a:ext>
              </a:extLst>
            </p:cNvPr>
            <p:cNvSpPr/>
            <p:nvPr/>
          </p:nvSpPr>
          <p:spPr>
            <a:xfrm>
              <a:off x="15004295" y="1480495"/>
              <a:ext cx="2597726" cy="3313083"/>
            </a:xfrm>
            <a:custGeom>
              <a:avLst/>
              <a:gdLst>
                <a:gd name="connsiteX0" fmla="*/ 831828 w 2597726"/>
                <a:gd name="connsiteY0" fmla="*/ 0 h 3313083"/>
                <a:gd name="connsiteX1" fmla="*/ 2597726 w 2597726"/>
                <a:gd name="connsiteY1" fmla="*/ 455599 h 3313083"/>
                <a:gd name="connsiteX2" fmla="*/ 2459008 w 2597726"/>
                <a:gd name="connsiteY2" fmla="*/ 993208 h 3313083"/>
                <a:gd name="connsiteX3" fmla="*/ 1261763 w 2597726"/>
                <a:gd name="connsiteY3" fmla="*/ 684320 h 3313083"/>
                <a:gd name="connsiteX4" fmla="*/ 1022540 w 2597726"/>
                <a:gd name="connsiteY4" fmla="*/ 1295260 h 3313083"/>
                <a:gd name="connsiteX5" fmla="*/ 1244049 w 2597726"/>
                <a:gd name="connsiteY5" fmla="*/ 1248759 h 3313083"/>
                <a:gd name="connsiteX6" fmla="*/ 1513200 w 2597726"/>
                <a:gd name="connsiteY6" fmla="*/ 1274081 h 3313083"/>
                <a:gd name="connsiteX7" fmla="*/ 2127070 w 2597726"/>
                <a:gd name="connsiteY7" fmla="*/ 1707036 h 3313083"/>
                <a:gd name="connsiteX8" fmla="*/ 2170400 w 2597726"/>
                <a:gd name="connsiteY8" fmla="*/ 2522087 h 3313083"/>
                <a:gd name="connsiteX9" fmla="*/ 1714144 w 2597726"/>
                <a:gd name="connsiteY9" fmla="*/ 3170745 h 3313083"/>
                <a:gd name="connsiteX10" fmla="*/ 862708 w 2597726"/>
                <a:gd name="connsiteY10" fmla="*/ 3265345 h 3313083"/>
                <a:gd name="connsiteX11" fmla="*/ 177596 w 2597726"/>
                <a:gd name="connsiteY11" fmla="*/ 2834972 h 3313083"/>
                <a:gd name="connsiteX12" fmla="*/ 33746 w 2597726"/>
                <a:gd name="connsiteY12" fmla="*/ 2127412 h 3313083"/>
                <a:gd name="connsiteX13" fmla="*/ 41079 w 2597726"/>
                <a:gd name="connsiteY13" fmla="*/ 2116066 h 3313083"/>
                <a:gd name="connsiteX14" fmla="*/ 734111 w 2597726"/>
                <a:gd name="connsiteY14" fmla="*/ 2250769 h 3313083"/>
                <a:gd name="connsiteX15" fmla="*/ 761854 w 2597726"/>
                <a:gd name="connsiteY15" fmla="*/ 2557852 h 3313083"/>
                <a:gd name="connsiteX16" fmla="*/ 1001413 w 2597726"/>
                <a:gd name="connsiteY16" fmla="*/ 2727734 h 3313083"/>
                <a:gd name="connsiteX17" fmla="*/ 1305676 w 2597726"/>
                <a:gd name="connsiteY17" fmla="*/ 2663977 h 3313083"/>
                <a:gd name="connsiteX18" fmla="*/ 1472502 w 2597726"/>
                <a:gd name="connsiteY18" fmla="*/ 2346436 h 3313083"/>
                <a:gd name="connsiteX19" fmla="*/ 1484410 w 2597726"/>
                <a:gd name="connsiteY19" fmla="*/ 1932693 h 3313083"/>
                <a:gd name="connsiteX20" fmla="*/ 1240012 w 2597726"/>
                <a:gd name="connsiteY20" fmla="*/ 1717463 h 3313083"/>
                <a:gd name="connsiteX21" fmla="*/ 998112 w 2597726"/>
                <a:gd name="connsiteY21" fmla="*/ 1719009 h 3313083"/>
                <a:gd name="connsiteX22" fmla="*/ 840277 w 2597726"/>
                <a:gd name="connsiteY22" fmla="*/ 1839276 h 3313083"/>
                <a:gd name="connsiteX23" fmla="*/ 222814 w 2597726"/>
                <a:gd name="connsiteY23" fmla="*/ 1642490 h 331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97726" h="3313083">
                  <a:moveTo>
                    <a:pt x="831828" y="0"/>
                  </a:moveTo>
                  <a:lnTo>
                    <a:pt x="2597726" y="455599"/>
                  </a:lnTo>
                  <a:lnTo>
                    <a:pt x="2459008" y="993208"/>
                  </a:lnTo>
                  <a:lnTo>
                    <a:pt x="1261763" y="684320"/>
                  </a:lnTo>
                  <a:lnTo>
                    <a:pt x="1022540" y="1295260"/>
                  </a:lnTo>
                  <a:cubicBezTo>
                    <a:pt x="1085242" y="1268800"/>
                    <a:pt x="1159067" y="1253290"/>
                    <a:pt x="1244049" y="1248759"/>
                  </a:cubicBezTo>
                  <a:cubicBezTo>
                    <a:pt x="1329038" y="1244210"/>
                    <a:pt x="1418752" y="1252657"/>
                    <a:pt x="1513200" y="1274081"/>
                  </a:cubicBezTo>
                  <a:cubicBezTo>
                    <a:pt x="1809615" y="1344668"/>
                    <a:pt x="2014235" y="1488998"/>
                    <a:pt x="2127070" y="1707036"/>
                  </a:cubicBezTo>
                  <a:cubicBezTo>
                    <a:pt x="2239905" y="1925072"/>
                    <a:pt x="2254336" y="2196753"/>
                    <a:pt x="2170400" y="2522087"/>
                  </a:cubicBezTo>
                  <a:cubicBezTo>
                    <a:pt x="2097490" y="2804684"/>
                    <a:pt x="1945406" y="3020897"/>
                    <a:pt x="1714144" y="3170745"/>
                  </a:cubicBezTo>
                  <a:cubicBezTo>
                    <a:pt x="1482884" y="3320594"/>
                    <a:pt x="1199064" y="3352125"/>
                    <a:pt x="862708" y="3265345"/>
                  </a:cubicBezTo>
                  <a:cubicBezTo>
                    <a:pt x="575981" y="3191368"/>
                    <a:pt x="347606" y="3047904"/>
                    <a:pt x="177596" y="2834972"/>
                  </a:cubicBezTo>
                  <a:cubicBezTo>
                    <a:pt x="7594" y="2622023"/>
                    <a:pt x="-40362" y="2386168"/>
                    <a:pt x="33746" y="2127412"/>
                  </a:cubicBezTo>
                  <a:lnTo>
                    <a:pt x="41079" y="2116066"/>
                  </a:lnTo>
                  <a:lnTo>
                    <a:pt x="734111" y="2250769"/>
                  </a:lnTo>
                  <a:cubicBezTo>
                    <a:pt x="703169" y="2370699"/>
                    <a:pt x="712423" y="2473061"/>
                    <a:pt x="761854" y="2557852"/>
                  </a:cubicBezTo>
                  <a:cubicBezTo>
                    <a:pt x="811279" y="2642661"/>
                    <a:pt x="891134" y="2699283"/>
                    <a:pt x="1001413" y="2727734"/>
                  </a:cubicBezTo>
                  <a:cubicBezTo>
                    <a:pt x="1128234" y="2760454"/>
                    <a:pt x="1229661" y="2739203"/>
                    <a:pt x="1305676" y="2663977"/>
                  </a:cubicBezTo>
                  <a:cubicBezTo>
                    <a:pt x="1381692" y="2588751"/>
                    <a:pt x="1437292" y="2482908"/>
                    <a:pt x="1472502" y="2346436"/>
                  </a:cubicBezTo>
                  <a:cubicBezTo>
                    <a:pt x="1515183" y="2181008"/>
                    <a:pt x="1519150" y="2043094"/>
                    <a:pt x="1484410" y="1932693"/>
                  </a:cubicBezTo>
                  <a:cubicBezTo>
                    <a:pt x="1449691" y="1822279"/>
                    <a:pt x="1368204" y="1750537"/>
                    <a:pt x="1240012" y="1717463"/>
                  </a:cubicBezTo>
                  <a:cubicBezTo>
                    <a:pt x="1146277" y="1693280"/>
                    <a:pt x="1065649" y="1693796"/>
                    <a:pt x="998112" y="1719009"/>
                  </a:cubicBezTo>
                  <a:cubicBezTo>
                    <a:pt x="930594" y="1744227"/>
                    <a:pt x="877988" y="1784317"/>
                    <a:pt x="840277" y="1839276"/>
                  </a:cubicBezTo>
                  <a:lnTo>
                    <a:pt x="222814" y="1642490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4" name="方能演亦4-10">
              <a:extLst>
                <a:ext uri="{FF2B5EF4-FFF2-40B4-BE49-F238E27FC236}">
                  <a16:creationId xmlns:a16="http://schemas.microsoft.com/office/drawing/2014/main" id="{1FE99665-FA64-34DB-1ABE-61125395B2E5}"/>
                </a:ext>
              </a:extLst>
            </p:cNvPr>
            <p:cNvSpPr/>
            <p:nvPr/>
          </p:nvSpPr>
          <p:spPr>
            <a:xfrm>
              <a:off x="14973614" y="1413130"/>
              <a:ext cx="2660227" cy="3454906"/>
            </a:xfrm>
            <a:custGeom>
              <a:avLst/>
              <a:gdLst>
                <a:gd name="connsiteX0" fmla="*/ 799045 w 2660227"/>
                <a:gd name="connsiteY0" fmla="*/ 0 h 3454906"/>
                <a:gd name="connsiteX1" fmla="*/ 2660227 w 2660227"/>
                <a:gd name="connsiteY1" fmla="*/ 423056 h 3454906"/>
                <a:gd name="connsiteX2" fmla="*/ 2531417 w 2660227"/>
                <a:gd name="connsiteY2" fmla="*/ 989674 h 3454906"/>
                <a:gd name="connsiteX3" fmla="*/ 1269571 w 2660227"/>
                <a:gd name="connsiteY3" fmla="*/ 702849 h 3454906"/>
                <a:gd name="connsiteX4" fmla="*/ 1037843 w 2660227"/>
                <a:gd name="connsiteY4" fmla="*/ 1349229 h 3454906"/>
                <a:gd name="connsiteX5" fmla="*/ 1268161 w 2660227"/>
                <a:gd name="connsiteY5" fmla="*/ 1293864 h 3454906"/>
                <a:gd name="connsiteX6" fmla="*/ 1550495 w 2660227"/>
                <a:gd name="connsiteY6" fmla="*/ 1312190 h 3454906"/>
                <a:gd name="connsiteX7" fmla="*/ 2205816 w 2660227"/>
                <a:gd name="connsiteY7" fmla="*/ 1746499 h 3454906"/>
                <a:gd name="connsiteX8" fmla="*/ 2275866 w 2660227"/>
                <a:gd name="connsiteY8" fmla="*/ 2597837 h 3454906"/>
                <a:gd name="connsiteX9" fmla="*/ 1818237 w 2660227"/>
                <a:gd name="connsiteY9" fmla="*/ 3290258 h 3454906"/>
                <a:gd name="connsiteX10" fmla="*/ 930392 w 2660227"/>
                <a:gd name="connsiteY10" fmla="*/ 3415046 h 3454906"/>
                <a:gd name="connsiteX11" fmla="*/ 200621 w 2660227"/>
                <a:gd name="connsiteY11" fmla="*/ 2985600 h 3454906"/>
                <a:gd name="connsiteX12" fmla="*/ 28672 w 2660227"/>
                <a:gd name="connsiteY12" fmla="*/ 2249762 h 3454906"/>
                <a:gd name="connsiteX13" fmla="*/ 36000 w 2660227"/>
                <a:gd name="connsiteY13" fmla="*/ 2237670 h 3454906"/>
                <a:gd name="connsiteX14" fmla="*/ 765089 w 2660227"/>
                <a:gd name="connsiteY14" fmla="*/ 2357566 h 3454906"/>
                <a:gd name="connsiteX15" fmla="*/ 803426 w 2660227"/>
                <a:gd name="connsiteY15" fmla="*/ 2677975 h 3454906"/>
                <a:gd name="connsiteX16" fmla="*/ 1059187 w 2660227"/>
                <a:gd name="connsiteY16" fmla="*/ 2848428 h 3454906"/>
                <a:gd name="connsiteX17" fmla="*/ 1375556 w 2660227"/>
                <a:gd name="connsiteY17" fmla="*/ 2772501 h 3454906"/>
                <a:gd name="connsiteX18" fmla="*/ 1540446 w 2660227"/>
                <a:gd name="connsiteY18" fmla="*/ 2435250 h 3454906"/>
                <a:gd name="connsiteX19" fmla="*/ 1540353 w 2660227"/>
                <a:gd name="connsiteY19" fmla="*/ 2002060 h 3454906"/>
                <a:gd name="connsiteX20" fmla="*/ 1278154 w 2660227"/>
                <a:gd name="connsiteY20" fmla="*/ 1784313 h 3454906"/>
                <a:gd name="connsiteX21" fmla="*/ 1025140 w 2660227"/>
                <a:gd name="connsiteY21" fmla="*/ 1793268 h 3454906"/>
                <a:gd name="connsiteX22" fmla="*/ 863670 w 2660227"/>
                <a:gd name="connsiteY22" fmla="*/ 1923869 h 3454906"/>
                <a:gd name="connsiteX23" fmla="*/ 211754 w 2660227"/>
                <a:gd name="connsiteY23" fmla="*/ 1736734 h 345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60227" h="3454906">
                  <a:moveTo>
                    <a:pt x="799045" y="0"/>
                  </a:moveTo>
                  <a:lnTo>
                    <a:pt x="2660227" y="423056"/>
                  </a:lnTo>
                  <a:lnTo>
                    <a:pt x="2531417" y="989674"/>
                  </a:lnTo>
                  <a:lnTo>
                    <a:pt x="1269571" y="702849"/>
                  </a:lnTo>
                  <a:lnTo>
                    <a:pt x="1037843" y="1349229"/>
                  </a:lnTo>
                  <a:cubicBezTo>
                    <a:pt x="1102634" y="1319646"/>
                    <a:pt x="1179395" y="1301181"/>
                    <a:pt x="1268161" y="1293864"/>
                  </a:cubicBezTo>
                  <a:cubicBezTo>
                    <a:pt x="1356930" y="1286528"/>
                    <a:pt x="1451039" y="1292644"/>
                    <a:pt x="1550495" y="1312190"/>
                  </a:cubicBezTo>
                  <a:cubicBezTo>
                    <a:pt x="1862724" y="1377044"/>
                    <a:pt x="2081162" y="1521826"/>
                    <a:pt x="2205816" y="1746499"/>
                  </a:cubicBezTo>
                  <a:cubicBezTo>
                    <a:pt x="2330471" y="1971172"/>
                    <a:pt x="2353807" y="2254949"/>
                    <a:pt x="2275866" y="2597837"/>
                  </a:cubicBezTo>
                  <a:cubicBezTo>
                    <a:pt x="2208164" y="2895682"/>
                    <a:pt x="2055623" y="3126482"/>
                    <a:pt x="1818237" y="3290258"/>
                  </a:cubicBezTo>
                  <a:cubicBezTo>
                    <a:pt x="1580853" y="3454033"/>
                    <a:pt x="1284897" y="3495628"/>
                    <a:pt x="930392" y="3415046"/>
                  </a:cubicBezTo>
                  <a:cubicBezTo>
                    <a:pt x="628193" y="3346354"/>
                    <a:pt x="384931" y="3203198"/>
                    <a:pt x="200621" y="2985600"/>
                  </a:cubicBezTo>
                  <a:cubicBezTo>
                    <a:pt x="16316" y="2767983"/>
                    <a:pt x="-41006" y="2522701"/>
                    <a:pt x="28672" y="2249762"/>
                  </a:cubicBezTo>
                  <a:lnTo>
                    <a:pt x="36000" y="2237670"/>
                  </a:lnTo>
                  <a:lnTo>
                    <a:pt x="765089" y="2357566"/>
                  </a:lnTo>
                  <a:cubicBezTo>
                    <a:pt x="736357" y="2483967"/>
                    <a:pt x="749143" y="2590771"/>
                    <a:pt x="803426" y="2677975"/>
                  </a:cubicBezTo>
                  <a:cubicBezTo>
                    <a:pt x="857703" y="2765197"/>
                    <a:pt x="942959" y="2822008"/>
                    <a:pt x="1059187" y="2848428"/>
                  </a:cubicBezTo>
                  <a:cubicBezTo>
                    <a:pt x="1192852" y="2878811"/>
                    <a:pt x="1298315" y="2853503"/>
                    <a:pt x="1375556" y="2772501"/>
                  </a:cubicBezTo>
                  <a:cubicBezTo>
                    <a:pt x="1452794" y="2691498"/>
                    <a:pt x="1507751" y="2579087"/>
                    <a:pt x="1540446" y="2435250"/>
                  </a:cubicBezTo>
                  <a:cubicBezTo>
                    <a:pt x="1580078" y="2260897"/>
                    <a:pt x="1580045" y="2116500"/>
                    <a:pt x="1540353" y="2002060"/>
                  </a:cubicBezTo>
                  <a:cubicBezTo>
                    <a:pt x="1500683" y="1887605"/>
                    <a:pt x="1413262" y="1815025"/>
                    <a:pt x="1278154" y="1784313"/>
                  </a:cubicBezTo>
                  <a:cubicBezTo>
                    <a:pt x="1179360" y="1761857"/>
                    <a:pt x="1095028" y="1764843"/>
                    <a:pt x="1025140" y="1793268"/>
                  </a:cubicBezTo>
                  <a:cubicBezTo>
                    <a:pt x="955271" y="1821697"/>
                    <a:pt x="901454" y="1865232"/>
                    <a:pt x="863670" y="1923869"/>
                  </a:cubicBezTo>
                  <a:lnTo>
                    <a:pt x="211754" y="1736734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5" name="方能演亦4-11">
              <a:extLst>
                <a:ext uri="{FF2B5EF4-FFF2-40B4-BE49-F238E27FC236}">
                  <a16:creationId xmlns:a16="http://schemas.microsoft.com/office/drawing/2014/main" id="{E87EC4B7-400D-32E3-D70A-857F7B6E30F9}"/>
                </a:ext>
              </a:extLst>
            </p:cNvPr>
            <p:cNvSpPr/>
            <p:nvPr/>
          </p:nvSpPr>
          <p:spPr>
            <a:xfrm>
              <a:off x="14942332" y="1345764"/>
              <a:ext cx="2723333" cy="3597670"/>
            </a:xfrm>
            <a:custGeom>
              <a:avLst/>
              <a:gdLst>
                <a:gd name="connsiteX0" fmla="*/ 766867 w 2723333"/>
                <a:gd name="connsiteY0" fmla="*/ 0 h 3597670"/>
                <a:gd name="connsiteX1" fmla="*/ 2723333 w 2723333"/>
                <a:gd name="connsiteY1" fmla="*/ 390513 h 3597670"/>
                <a:gd name="connsiteX2" fmla="*/ 2604427 w 2723333"/>
                <a:gd name="connsiteY2" fmla="*/ 986139 h 3597670"/>
                <a:gd name="connsiteX3" fmla="*/ 1277983 w 2723333"/>
                <a:gd name="connsiteY3" fmla="*/ 721378 h 3597670"/>
                <a:gd name="connsiteX4" fmla="*/ 1053747 w 2723333"/>
                <a:gd name="connsiteY4" fmla="*/ 1403198 h 3597670"/>
                <a:gd name="connsiteX5" fmla="*/ 1292873 w 2723333"/>
                <a:gd name="connsiteY5" fmla="*/ 1338970 h 3597670"/>
                <a:gd name="connsiteX6" fmla="*/ 1588393 w 2723333"/>
                <a:gd name="connsiteY6" fmla="*/ 1350300 h 3597670"/>
                <a:gd name="connsiteX7" fmla="*/ 2285165 w 2723333"/>
                <a:gd name="connsiteY7" fmla="*/ 1785963 h 3597670"/>
                <a:gd name="connsiteX8" fmla="*/ 2381936 w 2723333"/>
                <a:gd name="connsiteY8" fmla="*/ 2673587 h 3597670"/>
                <a:gd name="connsiteX9" fmla="*/ 1922933 w 2723333"/>
                <a:gd name="connsiteY9" fmla="*/ 3409771 h 3597670"/>
                <a:gd name="connsiteX10" fmla="*/ 998677 w 2723333"/>
                <a:gd name="connsiteY10" fmla="*/ 3564748 h 3597670"/>
                <a:gd name="connsiteX11" fmla="*/ 224247 w 2723333"/>
                <a:gd name="connsiteY11" fmla="*/ 3136227 h 3597670"/>
                <a:gd name="connsiteX12" fmla="*/ 24202 w 2723333"/>
                <a:gd name="connsiteY12" fmla="*/ 2372111 h 3597670"/>
                <a:gd name="connsiteX13" fmla="*/ 31524 w 2723333"/>
                <a:gd name="connsiteY13" fmla="*/ 2359273 h 3597670"/>
                <a:gd name="connsiteX14" fmla="*/ 796670 w 2723333"/>
                <a:gd name="connsiteY14" fmla="*/ 2464363 h 3597670"/>
                <a:gd name="connsiteX15" fmla="*/ 845600 w 2723333"/>
                <a:gd name="connsiteY15" fmla="*/ 2798097 h 3597670"/>
                <a:gd name="connsiteX16" fmla="*/ 1117566 w 2723333"/>
                <a:gd name="connsiteY16" fmla="*/ 2969121 h 3597670"/>
                <a:gd name="connsiteX17" fmla="*/ 1446036 w 2723333"/>
                <a:gd name="connsiteY17" fmla="*/ 2881024 h 3597670"/>
                <a:gd name="connsiteX18" fmla="*/ 1608992 w 2723333"/>
                <a:gd name="connsiteY18" fmla="*/ 2524065 h 3597670"/>
                <a:gd name="connsiteX19" fmla="*/ 1596900 w 2723333"/>
                <a:gd name="connsiteY19" fmla="*/ 2071426 h 3597670"/>
                <a:gd name="connsiteX20" fmla="*/ 1316897 w 2723333"/>
                <a:gd name="connsiteY20" fmla="*/ 1851163 h 3597670"/>
                <a:gd name="connsiteX21" fmla="*/ 1052772 w 2723333"/>
                <a:gd name="connsiteY21" fmla="*/ 1867526 h 3597670"/>
                <a:gd name="connsiteX22" fmla="*/ 887669 w 2723333"/>
                <a:gd name="connsiteY22" fmla="*/ 2008463 h 3597670"/>
                <a:gd name="connsiteX23" fmla="*/ 201297 w 2723333"/>
                <a:gd name="connsiteY23" fmla="*/ 1830977 h 359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23333" h="3597670">
                  <a:moveTo>
                    <a:pt x="766867" y="0"/>
                  </a:moveTo>
                  <a:lnTo>
                    <a:pt x="2723333" y="390513"/>
                  </a:lnTo>
                  <a:lnTo>
                    <a:pt x="2604427" y="986139"/>
                  </a:lnTo>
                  <a:lnTo>
                    <a:pt x="1277983" y="721378"/>
                  </a:lnTo>
                  <a:lnTo>
                    <a:pt x="1053747" y="1403198"/>
                  </a:lnTo>
                  <a:cubicBezTo>
                    <a:pt x="1120630" y="1370493"/>
                    <a:pt x="1200326" y="1349073"/>
                    <a:pt x="1292873" y="1338970"/>
                  </a:cubicBezTo>
                  <a:cubicBezTo>
                    <a:pt x="1385427" y="1328846"/>
                    <a:pt x="1483930" y="1332630"/>
                    <a:pt x="1588393" y="1350300"/>
                  </a:cubicBezTo>
                  <a:cubicBezTo>
                    <a:pt x="1916438" y="1409419"/>
                    <a:pt x="2148692" y="1554654"/>
                    <a:pt x="2285165" y="1785963"/>
                  </a:cubicBezTo>
                  <a:cubicBezTo>
                    <a:pt x="2421639" y="2017272"/>
                    <a:pt x="2453882" y="2313145"/>
                    <a:pt x="2381936" y="2673587"/>
                  </a:cubicBezTo>
                  <a:cubicBezTo>
                    <a:pt x="2319442" y="2986680"/>
                    <a:pt x="2166442" y="3232068"/>
                    <a:pt x="1922933" y="3409771"/>
                  </a:cubicBezTo>
                  <a:cubicBezTo>
                    <a:pt x="1679425" y="3587473"/>
                    <a:pt x="1371332" y="3639131"/>
                    <a:pt x="998677" y="3564748"/>
                  </a:cubicBezTo>
                  <a:cubicBezTo>
                    <a:pt x="681008" y="3501340"/>
                    <a:pt x="422858" y="3358491"/>
                    <a:pt x="224247" y="3136227"/>
                  </a:cubicBezTo>
                  <a:cubicBezTo>
                    <a:pt x="25641" y="2913943"/>
                    <a:pt x="-41047" y="2659235"/>
                    <a:pt x="24202" y="2372111"/>
                  </a:cubicBezTo>
                  <a:lnTo>
                    <a:pt x="31524" y="2359273"/>
                  </a:lnTo>
                  <a:lnTo>
                    <a:pt x="796670" y="2464363"/>
                  </a:lnTo>
                  <a:cubicBezTo>
                    <a:pt x="770149" y="2597235"/>
                    <a:pt x="786466" y="2708481"/>
                    <a:pt x="845600" y="2798097"/>
                  </a:cubicBezTo>
                  <a:cubicBezTo>
                    <a:pt x="904730" y="2887732"/>
                    <a:pt x="995388" y="2944734"/>
                    <a:pt x="1117566" y="2969121"/>
                  </a:cubicBezTo>
                  <a:cubicBezTo>
                    <a:pt x="1258074" y="2997167"/>
                    <a:pt x="1367571" y="2967802"/>
                    <a:pt x="1446036" y="2881024"/>
                  </a:cubicBezTo>
                  <a:cubicBezTo>
                    <a:pt x="1524501" y="2794246"/>
                    <a:pt x="1578811" y="2675265"/>
                    <a:pt x="1608992" y="2524065"/>
                  </a:cubicBezTo>
                  <a:cubicBezTo>
                    <a:pt x="1645574" y="2340785"/>
                    <a:pt x="1641542" y="2189905"/>
                    <a:pt x="1596900" y="2071426"/>
                  </a:cubicBezTo>
                  <a:cubicBezTo>
                    <a:pt x="1552279" y="1952930"/>
                    <a:pt x="1458922" y="1879512"/>
                    <a:pt x="1316897" y="1851163"/>
                  </a:cubicBezTo>
                  <a:cubicBezTo>
                    <a:pt x="1213046" y="1830435"/>
                    <a:pt x="1125011" y="1835890"/>
                    <a:pt x="1052772" y="1867526"/>
                  </a:cubicBezTo>
                  <a:cubicBezTo>
                    <a:pt x="980553" y="1899166"/>
                    <a:pt x="925524" y="1946146"/>
                    <a:pt x="887669" y="2008463"/>
                  </a:cubicBezTo>
                  <a:lnTo>
                    <a:pt x="201297" y="1830977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6" name="方能演亦4-12">
              <a:extLst>
                <a:ext uri="{FF2B5EF4-FFF2-40B4-BE49-F238E27FC236}">
                  <a16:creationId xmlns:a16="http://schemas.microsoft.com/office/drawing/2014/main" id="{E4C54D3D-F3C9-A7FE-F2AA-EFBBB5BDF4EE}"/>
                </a:ext>
              </a:extLst>
            </p:cNvPr>
            <p:cNvSpPr/>
            <p:nvPr/>
          </p:nvSpPr>
          <p:spPr>
            <a:xfrm>
              <a:off x="14910511" y="1278398"/>
              <a:ext cx="2786975" cy="3741290"/>
            </a:xfrm>
            <a:custGeom>
              <a:avLst/>
              <a:gdLst>
                <a:gd name="connsiteX0" fmla="*/ 735224 w 2786975"/>
                <a:gd name="connsiteY0" fmla="*/ 0 h 3741290"/>
                <a:gd name="connsiteX1" fmla="*/ 2786975 w 2786975"/>
                <a:gd name="connsiteY1" fmla="*/ 357970 h 3741290"/>
                <a:gd name="connsiteX2" fmla="*/ 2677977 w 2786975"/>
                <a:gd name="connsiteY2" fmla="*/ 982605 h 3741290"/>
                <a:gd name="connsiteX3" fmla="*/ 1286930 w 2786975"/>
                <a:gd name="connsiteY3" fmla="*/ 739907 h 3741290"/>
                <a:gd name="connsiteX4" fmla="*/ 1070190 w 2786975"/>
                <a:gd name="connsiteY4" fmla="*/ 1457167 h 3741290"/>
                <a:gd name="connsiteX5" fmla="*/ 1318125 w 2786975"/>
                <a:gd name="connsiteY5" fmla="*/ 1384075 h 3741290"/>
                <a:gd name="connsiteX6" fmla="*/ 1626828 w 2786975"/>
                <a:gd name="connsiteY6" fmla="*/ 1388410 h 3741290"/>
                <a:gd name="connsiteX7" fmla="*/ 2365052 w 2786975"/>
                <a:gd name="connsiteY7" fmla="*/ 1825427 h 3741290"/>
                <a:gd name="connsiteX8" fmla="*/ 2488542 w 2786975"/>
                <a:gd name="connsiteY8" fmla="*/ 2749337 h 3741290"/>
                <a:gd name="connsiteX9" fmla="*/ 2028165 w 2786975"/>
                <a:gd name="connsiteY9" fmla="*/ 3529283 h 3741290"/>
                <a:gd name="connsiteX10" fmla="*/ 1067500 w 2786975"/>
                <a:gd name="connsiteY10" fmla="*/ 3714449 h 3741290"/>
                <a:gd name="connsiteX11" fmla="*/ 248410 w 2786975"/>
                <a:gd name="connsiteY11" fmla="*/ 3286855 h 3741290"/>
                <a:gd name="connsiteX12" fmla="*/ 20269 w 2786975"/>
                <a:gd name="connsiteY12" fmla="*/ 2494460 h 3741290"/>
                <a:gd name="connsiteX13" fmla="*/ 27585 w 2786975"/>
                <a:gd name="connsiteY13" fmla="*/ 2480876 h 3741290"/>
                <a:gd name="connsiteX14" fmla="*/ 828787 w 2786975"/>
                <a:gd name="connsiteY14" fmla="*/ 2571160 h 3741290"/>
                <a:gd name="connsiteX15" fmla="*/ 888312 w 2786975"/>
                <a:gd name="connsiteY15" fmla="*/ 2918219 h 3741290"/>
                <a:gd name="connsiteX16" fmla="*/ 1176482 w 2786975"/>
                <a:gd name="connsiteY16" fmla="*/ 3089814 h 3741290"/>
                <a:gd name="connsiteX17" fmla="*/ 1517055 w 2786975"/>
                <a:gd name="connsiteY17" fmla="*/ 2989548 h 3741290"/>
                <a:gd name="connsiteX18" fmla="*/ 1678075 w 2786975"/>
                <a:gd name="connsiteY18" fmla="*/ 2612879 h 3741290"/>
                <a:gd name="connsiteX19" fmla="*/ 1653983 w 2786975"/>
                <a:gd name="connsiteY19" fmla="*/ 2140793 h 3741290"/>
                <a:gd name="connsiteX20" fmla="*/ 1356177 w 2786975"/>
                <a:gd name="connsiteY20" fmla="*/ 1918013 h 3741290"/>
                <a:gd name="connsiteX21" fmla="*/ 1080939 w 2786975"/>
                <a:gd name="connsiteY21" fmla="*/ 1941785 h 3741290"/>
                <a:gd name="connsiteX22" fmla="*/ 912202 w 2786975"/>
                <a:gd name="connsiteY22" fmla="*/ 2093057 h 3741290"/>
                <a:gd name="connsiteX23" fmla="*/ 191378 w 2786975"/>
                <a:gd name="connsiteY23" fmla="*/ 1925221 h 3741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86975" h="3741290">
                  <a:moveTo>
                    <a:pt x="735224" y="0"/>
                  </a:moveTo>
                  <a:lnTo>
                    <a:pt x="2786975" y="357970"/>
                  </a:lnTo>
                  <a:lnTo>
                    <a:pt x="2677977" y="982605"/>
                  </a:lnTo>
                  <a:lnTo>
                    <a:pt x="1286930" y="739907"/>
                  </a:lnTo>
                  <a:lnTo>
                    <a:pt x="1070190" y="1457167"/>
                  </a:lnTo>
                  <a:cubicBezTo>
                    <a:pt x="1139162" y="1421339"/>
                    <a:pt x="1221793" y="1396965"/>
                    <a:pt x="1318125" y="1384075"/>
                  </a:cubicBezTo>
                  <a:cubicBezTo>
                    <a:pt x="1414460" y="1371163"/>
                    <a:pt x="1517359" y="1372616"/>
                    <a:pt x="1626828" y="1388410"/>
                  </a:cubicBezTo>
                  <a:cubicBezTo>
                    <a:pt x="1970688" y="1441795"/>
                    <a:pt x="2216760" y="1587482"/>
                    <a:pt x="2365052" y="1825427"/>
                  </a:cubicBezTo>
                  <a:cubicBezTo>
                    <a:pt x="2513343" y="2063372"/>
                    <a:pt x="2554493" y="2371340"/>
                    <a:pt x="2488542" y="2749337"/>
                  </a:cubicBezTo>
                  <a:cubicBezTo>
                    <a:pt x="2431255" y="3077679"/>
                    <a:pt x="2277798" y="3337654"/>
                    <a:pt x="2028165" y="3529283"/>
                  </a:cubicBezTo>
                  <a:cubicBezTo>
                    <a:pt x="1778534" y="3720913"/>
                    <a:pt x="1458304" y="3782633"/>
                    <a:pt x="1067500" y="3714449"/>
                  </a:cubicBezTo>
                  <a:cubicBezTo>
                    <a:pt x="734360" y="3656325"/>
                    <a:pt x="461323" y="3513785"/>
                    <a:pt x="248410" y="3286855"/>
                  </a:cubicBezTo>
                  <a:cubicBezTo>
                    <a:pt x="35502" y="3059902"/>
                    <a:pt x="-40550" y="2795769"/>
                    <a:pt x="20269" y="2494460"/>
                  </a:cubicBezTo>
                  <a:lnTo>
                    <a:pt x="27585" y="2480876"/>
                  </a:lnTo>
                  <a:lnTo>
                    <a:pt x="828787" y="2571160"/>
                  </a:lnTo>
                  <a:cubicBezTo>
                    <a:pt x="804476" y="2710503"/>
                    <a:pt x="824324" y="2826191"/>
                    <a:pt x="888312" y="2918219"/>
                  </a:cubicBezTo>
                  <a:cubicBezTo>
                    <a:pt x="952294" y="3010268"/>
                    <a:pt x="1048352" y="3067460"/>
                    <a:pt x="1176482" y="3089814"/>
                  </a:cubicBezTo>
                  <a:cubicBezTo>
                    <a:pt x="1323833" y="3115523"/>
                    <a:pt x="1437364" y="3082102"/>
                    <a:pt x="1517055" y="2989548"/>
                  </a:cubicBezTo>
                  <a:cubicBezTo>
                    <a:pt x="1596745" y="2896993"/>
                    <a:pt x="1650410" y="2771443"/>
                    <a:pt x="1678075" y="2612879"/>
                  </a:cubicBezTo>
                  <a:cubicBezTo>
                    <a:pt x="1711609" y="2420673"/>
                    <a:pt x="1703577" y="2263311"/>
                    <a:pt x="1653983" y="2140793"/>
                  </a:cubicBezTo>
                  <a:cubicBezTo>
                    <a:pt x="1604411" y="2018256"/>
                    <a:pt x="1505120" y="1944000"/>
                    <a:pt x="1356177" y="1918013"/>
                  </a:cubicBezTo>
                  <a:cubicBezTo>
                    <a:pt x="1247269" y="1899012"/>
                    <a:pt x="1155530" y="1906937"/>
                    <a:pt x="1080939" y="1941785"/>
                  </a:cubicBezTo>
                  <a:cubicBezTo>
                    <a:pt x="1006370" y="1976636"/>
                    <a:pt x="950132" y="2027061"/>
                    <a:pt x="912202" y="2093057"/>
                  </a:cubicBezTo>
                  <a:lnTo>
                    <a:pt x="191378" y="1925221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7" name="方能演亦4-13">
              <a:extLst>
                <a:ext uri="{FF2B5EF4-FFF2-40B4-BE49-F238E27FC236}">
                  <a16:creationId xmlns:a16="http://schemas.microsoft.com/office/drawing/2014/main" id="{B89F1D49-66F8-64F9-E4C0-4872697B0A46}"/>
                </a:ext>
              </a:extLst>
            </p:cNvPr>
            <p:cNvSpPr/>
            <p:nvPr/>
          </p:nvSpPr>
          <p:spPr>
            <a:xfrm>
              <a:off x="14878209" y="1211031"/>
              <a:ext cx="2851099" cy="3885693"/>
            </a:xfrm>
            <a:custGeom>
              <a:avLst/>
              <a:gdLst>
                <a:gd name="connsiteX0" fmla="*/ 704066 w 2851099"/>
                <a:gd name="connsiteY0" fmla="*/ 0 h 3885693"/>
                <a:gd name="connsiteX1" fmla="*/ 2851099 w 2851099"/>
                <a:gd name="connsiteY1" fmla="*/ 325428 h 3885693"/>
                <a:gd name="connsiteX2" fmla="*/ 2752007 w 2851099"/>
                <a:gd name="connsiteY2" fmla="*/ 979070 h 3885693"/>
                <a:gd name="connsiteX3" fmla="*/ 1296361 w 2851099"/>
                <a:gd name="connsiteY3" fmla="*/ 758436 h 3885693"/>
                <a:gd name="connsiteX4" fmla="*/ 1087115 w 2851099"/>
                <a:gd name="connsiteY4" fmla="*/ 1511136 h 3885693"/>
                <a:gd name="connsiteX5" fmla="*/ 1343858 w 2851099"/>
                <a:gd name="connsiteY5" fmla="*/ 1429180 h 3885693"/>
                <a:gd name="connsiteX6" fmla="*/ 1665748 w 2851099"/>
                <a:gd name="connsiteY6" fmla="*/ 1426520 h 3885693"/>
                <a:gd name="connsiteX7" fmla="*/ 2445421 w 2851099"/>
                <a:gd name="connsiteY7" fmla="*/ 1864891 h 3885693"/>
                <a:gd name="connsiteX8" fmla="*/ 2595632 w 2851099"/>
                <a:gd name="connsiteY8" fmla="*/ 2825087 h 3885693"/>
                <a:gd name="connsiteX9" fmla="*/ 2133881 w 2851099"/>
                <a:gd name="connsiteY9" fmla="*/ 3648796 h 3885693"/>
                <a:gd name="connsiteX10" fmla="*/ 1136807 w 2851099"/>
                <a:gd name="connsiteY10" fmla="*/ 3864151 h 3885693"/>
                <a:gd name="connsiteX11" fmla="*/ 273058 w 2851099"/>
                <a:gd name="connsiteY11" fmla="*/ 3437482 h 3885693"/>
                <a:gd name="connsiteX12" fmla="*/ 16818 w 2851099"/>
                <a:gd name="connsiteY12" fmla="*/ 2616808 h 3885693"/>
                <a:gd name="connsiteX13" fmla="*/ 24129 w 2851099"/>
                <a:gd name="connsiteY13" fmla="*/ 2602479 h 3885693"/>
                <a:gd name="connsiteX14" fmla="*/ 861388 w 2851099"/>
                <a:gd name="connsiteY14" fmla="*/ 2677957 h 3885693"/>
                <a:gd name="connsiteX15" fmla="*/ 931506 w 2851099"/>
                <a:gd name="connsiteY15" fmla="*/ 3038341 h 3885693"/>
                <a:gd name="connsiteX16" fmla="*/ 1235880 w 2851099"/>
                <a:gd name="connsiteY16" fmla="*/ 3210508 h 3885693"/>
                <a:gd name="connsiteX17" fmla="*/ 1588556 w 2851099"/>
                <a:gd name="connsiteY17" fmla="*/ 3098071 h 3885693"/>
                <a:gd name="connsiteX18" fmla="*/ 1747641 w 2851099"/>
                <a:gd name="connsiteY18" fmla="*/ 2701694 h 3885693"/>
                <a:gd name="connsiteX19" fmla="*/ 1711548 w 2851099"/>
                <a:gd name="connsiteY19" fmla="*/ 2210159 h 3885693"/>
                <a:gd name="connsiteX20" fmla="*/ 1395941 w 2851099"/>
                <a:gd name="connsiteY20" fmla="*/ 1984864 h 3885693"/>
                <a:gd name="connsiteX21" fmla="*/ 1109590 w 2851099"/>
                <a:gd name="connsiteY21" fmla="*/ 2016043 h 3885693"/>
                <a:gd name="connsiteX22" fmla="*/ 937220 w 2851099"/>
                <a:gd name="connsiteY22" fmla="*/ 2177651 h 3885693"/>
                <a:gd name="connsiteX23" fmla="*/ 181941 w 2851099"/>
                <a:gd name="connsiteY23" fmla="*/ 2019465 h 38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51099" h="3885693">
                  <a:moveTo>
                    <a:pt x="704066" y="0"/>
                  </a:moveTo>
                  <a:lnTo>
                    <a:pt x="2851099" y="325428"/>
                  </a:lnTo>
                  <a:lnTo>
                    <a:pt x="2752007" y="979070"/>
                  </a:lnTo>
                  <a:lnTo>
                    <a:pt x="1296361" y="758436"/>
                  </a:lnTo>
                  <a:lnTo>
                    <a:pt x="1087115" y="1511136"/>
                  </a:lnTo>
                  <a:cubicBezTo>
                    <a:pt x="1158176" y="1472186"/>
                    <a:pt x="1243744" y="1444857"/>
                    <a:pt x="1343858" y="1429180"/>
                  </a:cubicBezTo>
                  <a:cubicBezTo>
                    <a:pt x="1443977" y="1413481"/>
                    <a:pt x="1551270" y="1412602"/>
                    <a:pt x="1665748" y="1426520"/>
                  </a:cubicBezTo>
                  <a:cubicBezTo>
                    <a:pt x="2025422" y="1474171"/>
                    <a:pt x="2285312" y="1620309"/>
                    <a:pt x="2445421" y="1864891"/>
                  </a:cubicBezTo>
                  <a:cubicBezTo>
                    <a:pt x="2605531" y="2109473"/>
                    <a:pt x="2655587" y="2429536"/>
                    <a:pt x="2595632" y="2825087"/>
                  </a:cubicBezTo>
                  <a:cubicBezTo>
                    <a:pt x="2543553" y="3168677"/>
                    <a:pt x="2389637" y="3443239"/>
                    <a:pt x="2133881" y="3648796"/>
                  </a:cubicBezTo>
                  <a:cubicBezTo>
                    <a:pt x="1878124" y="3854353"/>
                    <a:pt x="1545760" y="3926137"/>
                    <a:pt x="1136807" y="3864151"/>
                  </a:cubicBezTo>
                  <a:cubicBezTo>
                    <a:pt x="788194" y="3811311"/>
                    <a:pt x="500272" y="3669079"/>
                    <a:pt x="273058" y="3437482"/>
                  </a:cubicBezTo>
                  <a:cubicBezTo>
                    <a:pt x="45848" y="3205862"/>
                    <a:pt x="-39573" y="2932303"/>
                    <a:pt x="16818" y="2616808"/>
                  </a:cubicBezTo>
                  <a:lnTo>
                    <a:pt x="24129" y="2602479"/>
                  </a:lnTo>
                  <a:lnTo>
                    <a:pt x="861388" y="2677957"/>
                  </a:lnTo>
                  <a:cubicBezTo>
                    <a:pt x="839287" y="2823772"/>
                    <a:pt x="862667" y="2943900"/>
                    <a:pt x="931506" y="3038341"/>
                  </a:cubicBezTo>
                  <a:cubicBezTo>
                    <a:pt x="1000341" y="3132803"/>
                    <a:pt x="1101801" y="3190185"/>
                    <a:pt x="1235880" y="3210508"/>
                  </a:cubicBezTo>
                  <a:cubicBezTo>
                    <a:pt x="1390075" y="3233879"/>
                    <a:pt x="1507640" y="3196401"/>
                    <a:pt x="1588556" y="3098071"/>
                  </a:cubicBezTo>
                  <a:cubicBezTo>
                    <a:pt x="1669470" y="2999741"/>
                    <a:pt x="1722490" y="2867622"/>
                    <a:pt x="1747641" y="2701694"/>
                  </a:cubicBezTo>
                  <a:cubicBezTo>
                    <a:pt x="1778127" y="2500562"/>
                    <a:pt x="1766094" y="2336717"/>
                    <a:pt x="1711548" y="2210159"/>
                  </a:cubicBezTo>
                  <a:cubicBezTo>
                    <a:pt x="1657028" y="2083582"/>
                    <a:pt x="1551802" y="2008488"/>
                    <a:pt x="1395941" y="1984864"/>
                  </a:cubicBezTo>
                  <a:cubicBezTo>
                    <a:pt x="1281975" y="1967590"/>
                    <a:pt x="1186531" y="1977984"/>
                    <a:pt x="1109590" y="2016043"/>
                  </a:cubicBezTo>
                  <a:cubicBezTo>
                    <a:pt x="1032672" y="2054106"/>
                    <a:pt x="975221" y="2107976"/>
                    <a:pt x="937220" y="2177651"/>
                  </a:cubicBezTo>
                  <a:lnTo>
                    <a:pt x="181941" y="2019465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8" name="方能演亦4-14">
              <a:extLst>
                <a:ext uri="{FF2B5EF4-FFF2-40B4-BE49-F238E27FC236}">
                  <a16:creationId xmlns:a16="http://schemas.microsoft.com/office/drawing/2014/main" id="{6F59F763-0D95-3C6C-2DFF-12DDBF415D0B}"/>
                </a:ext>
              </a:extLst>
            </p:cNvPr>
            <p:cNvSpPr/>
            <p:nvPr/>
          </p:nvSpPr>
          <p:spPr>
            <a:xfrm>
              <a:off x="14845474" y="1143665"/>
              <a:ext cx="2915655" cy="4030811"/>
            </a:xfrm>
            <a:custGeom>
              <a:avLst/>
              <a:gdLst>
                <a:gd name="connsiteX0" fmla="*/ 673338 w 2915655"/>
                <a:gd name="connsiteY0" fmla="*/ 0 h 4030811"/>
                <a:gd name="connsiteX1" fmla="*/ 2915655 w 2915655"/>
                <a:gd name="connsiteY1" fmla="*/ 292885 h 4030811"/>
                <a:gd name="connsiteX2" fmla="*/ 2826472 w 2915655"/>
                <a:gd name="connsiteY2" fmla="*/ 975536 h 4030811"/>
                <a:gd name="connsiteX3" fmla="*/ 1306223 w 2915655"/>
                <a:gd name="connsiteY3" fmla="*/ 776964 h 4030811"/>
                <a:gd name="connsiteX4" fmla="*/ 1104473 w 2915655"/>
                <a:gd name="connsiteY4" fmla="*/ 1565105 h 4030811"/>
                <a:gd name="connsiteX5" fmla="*/ 1370024 w 2915655"/>
                <a:gd name="connsiteY5" fmla="*/ 1474285 h 4030811"/>
                <a:gd name="connsiteX6" fmla="*/ 1705098 w 2915655"/>
                <a:gd name="connsiteY6" fmla="*/ 1464630 h 4030811"/>
                <a:gd name="connsiteX7" fmla="*/ 2526223 w 2915655"/>
                <a:gd name="connsiteY7" fmla="*/ 1904355 h 4030811"/>
                <a:gd name="connsiteX8" fmla="*/ 2703154 w 2915655"/>
                <a:gd name="connsiteY8" fmla="*/ 2900837 h 4030811"/>
                <a:gd name="connsiteX9" fmla="*/ 2240028 w 2915655"/>
                <a:gd name="connsiteY9" fmla="*/ 3768309 h 4030811"/>
                <a:gd name="connsiteX10" fmla="*/ 1206544 w 2915655"/>
                <a:gd name="connsiteY10" fmla="*/ 4013853 h 4030811"/>
                <a:gd name="connsiteX11" fmla="*/ 298136 w 2915655"/>
                <a:gd name="connsiteY11" fmla="*/ 3588110 h 4030811"/>
                <a:gd name="connsiteX12" fmla="*/ 13800 w 2915655"/>
                <a:gd name="connsiteY12" fmla="*/ 2739157 h 4030811"/>
                <a:gd name="connsiteX13" fmla="*/ 21105 w 2915655"/>
                <a:gd name="connsiteY13" fmla="*/ 2724082 h 4030811"/>
                <a:gd name="connsiteX14" fmla="*/ 894421 w 2915655"/>
                <a:gd name="connsiteY14" fmla="*/ 2784755 h 4030811"/>
                <a:gd name="connsiteX15" fmla="*/ 975133 w 2915655"/>
                <a:gd name="connsiteY15" fmla="*/ 3158463 h 4030811"/>
                <a:gd name="connsiteX16" fmla="*/ 1295711 w 2915655"/>
                <a:gd name="connsiteY16" fmla="*/ 3331201 h 4030811"/>
                <a:gd name="connsiteX17" fmla="*/ 1660490 w 2915655"/>
                <a:gd name="connsiteY17" fmla="*/ 3206595 h 4030811"/>
                <a:gd name="connsiteX18" fmla="*/ 1817639 w 2915655"/>
                <a:gd name="connsiteY18" fmla="*/ 2790508 h 4030811"/>
                <a:gd name="connsiteX19" fmla="*/ 1769547 w 2915655"/>
                <a:gd name="connsiteY19" fmla="*/ 2279526 h 4030811"/>
                <a:gd name="connsiteX20" fmla="*/ 1436136 w 2915655"/>
                <a:gd name="connsiteY20" fmla="*/ 2051714 h 4030811"/>
                <a:gd name="connsiteX21" fmla="*/ 1138672 w 2915655"/>
                <a:gd name="connsiteY21" fmla="*/ 2090302 h 4030811"/>
                <a:gd name="connsiteX22" fmla="*/ 962669 w 2915655"/>
                <a:gd name="connsiteY22" fmla="*/ 2262245 h 4030811"/>
                <a:gd name="connsiteX23" fmla="*/ 172937 w 2915655"/>
                <a:gd name="connsiteY23" fmla="*/ 2113709 h 403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15655" h="4030811">
                  <a:moveTo>
                    <a:pt x="673338" y="0"/>
                  </a:moveTo>
                  <a:lnTo>
                    <a:pt x="2915655" y="292885"/>
                  </a:lnTo>
                  <a:lnTo>
                    <a:pt x="2826472" y="975536"/>
                  </a:lnTo>
                  <a:lnTo>
                    <a:pt x="1306223" y="776964"/>
                  </a:lnTo>
                  <a:lnTo>
                    <a:pt x="1104473" y="1565105"/>
                  </a:lnTo>
                  <a:cubicBezTo>
                    <a:pt x="1177623" y="1523032"/>
                    <a:pt x="1266127" y="1492749"/>
                    <a:pt x="1370024" y="1474285"/>
                  </a:cubicBezTo>
                  <a:cubicBezTo>
                    <a:pt x="1473925" y="1455798"/>
                    <a:pt x="1585614" y="1452588"/>
                    <a:pt x="1705098" y="1464630"/>
                  </a:cubicBezTo>
                  <a:cubicBezTo>
                    <a:pt x="2080587" y="1506547"/>
                    <a:pt x="2354294" y="1653137"/>
                    <a:pt x="2526223" y="1904355"/>
                  </a:cubicBezTo>
                  <a:cubicBezTo>
                    <a:pt x="2698151" y="2155573"/>
                    <a:pt x="2757113" y="2487732"/>
                    <a:pt x="2703154" y="2900837"/>
                  </a:cubicBezTo>
                  <a:cubicBezTo>
                    <a:pt x="2656282" y="3259675"/>
                    <a:pt x="2501908" y="3548825"/>
                    <a:pt x="2240028" y="3768309"/>
                  </a:cubicBezTo>
                  <a:cubicBezTo>
                    <a:pt x="1978148" y="3987793"/>
                    <a:pt x="1633647" y="4069639"/>
                    <a:pt x="1206544" y="4013853"/>
                  </a:cubicBezTo>
                  <a:cubicBezTo>
                    <a:pt x="842461" y="3966296"/>
                    <a:pt x="539651" y="3824373"/>
                    <a:pt x="298136" y="3588110"/>
                  </a:cubicBezTo>
                  <a:cubicBezTo>
                    <a:pt x="56625" y="3351822"/>
                    <a:pt x="-38161" y="3068837"/>
                    <a:pt x="13800" y="2739157"/>
                  </a:cubicBezTo>
                  <a:lnTo>
                    <a:pt x="21105" y="2724082"/>
                  </a:lnTo>
                  <a:lnTo>
                    <a:pt x="894421" y="2784755"/>
                  </a:lnTo>
                  <a:cubicBezTo>
                    <a:pt x="874529" y="2937040"/>
                    <a:pt x="901440" y="3061610"/>
                    <a:pt x="975133" y="3158463"/>
                  </a:cubicBezTo>
                  <a:cubicBezTo>
                    <a:pt x="1048820" y="3255339"/>
                    <a:pt x="1155681" y="3312911"/>
                    <a:pt x="1295711" y="3331201"/>
                  </a:cubicBezTo>
                  <a:cubicBezTo>
                    <a:pt x="1456749" y="3352236"/>
                    <a:pt x="1578348" y="3310700"/>
                    <a:pt x="1660490" y="3206595"/>
                  </a:cubicBezTo>
                  <a:cubicBezTo>
                    <a:pt x="1742629" y="3102488"/>
                    <a:pt x="1795004" y="2963800"/>
                    <a:pt x="1817639" y="2790508"/>
                  </a:cubicBezTo>
                  <a:cubicBezTo>
                    <a:pt x="1845077" y="2580450"/>
                    <a:pt x="1829044" y="2410123"/>
                    <a:pt x="1769547" y="2279526"/>
                  </a:cubicBezTo>
                  <a:cubicBezTo>
                    <a:pt x="1710075" y="2148908"/>
                    <a:pt x="1598914" y="2072976"/>
                    <a:pt x="1436136" y="2051714"/>
                  </a:cubicBezTo>
                  <a:cubicBezTo>
                    <a:pt x="1317113" y="2036167"/>
                    <a:pt x="1217965" y="2049031"/>
                    <a:pt x="1138672" y="2090302"/>
                  </a:cubicBezTo>
                  <a:cubicBezTo>
                    <a:pt x="1059404" y="2131576"/>
                    <a:pt x="1000744" y="2188891"/>
                    <a:pt x="962669" y="2262245"/>
                  </a:cubicBezTo>
                  <a:lnTo>
                    <a:pt x="172937" y="2113709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79" name="方能演亦4-15">
              <a:extLst>
                <a:ext uri="{FF2B5EF4-FFF2-40B4-BE49-F238E27FC236}">
                  <a16:creationId xmlns:a16="http://schemas.microsoft.com/office/drawing/2014/main" id="{33170E64-FE70-ED71-7DC4-BEB038736786}"/>
                </a:ext>
              </a:extLst>
            </p:cNvPr>
            <p:cNvSpPr/>
            <p:nvPr/>
          </p:nvSpPr>
          <p:spPr>
            <a:xfrm>
              <a:off x="14812348" y="1076300"/>
              <a:ext cx="2980603" cy="4176587"/>
            </a:xfrm>
            <a:custGeom>
              <a:avLst/>
              <a:gdLst>
                <a:gd name="connsiteX0" fmla="*/ 643002 w 2980603"/>
                <a:gd name="connsiteY0" fmla="*/ 0 h 4176587"/>
                <a:gd name="connsiteX1" fmla="*/ 2980603 w 2980603"/>
                <a:gd name="connsiteY1" fmla="*/ 260342 h 4176587"/>
                <a:gd name="connsiteX2" fmla="*/ 2901324 w 2980603"/>
                <a:gd name="connsiteY2" fmla="*/ 972001 h 4176587"/>
                <a:gd name="connsiteX3" fmla="*/ 1316477 w 2980603"/>
                <a:gd name="connsiteY3" fmla="*/ 795493 h 4176587"/>
                <a:gd name="connsiteX4" fmla="*/ 1122219 w 2980603"/>
                <a:gd name="connsiteY4" fmla="*/ 1619074 h 4176587"/>
                <a:gd name="connsiteX5" fmla="*/ 1396579 w 2980603"/>
                <a:gd name="connsiteY5" fmla="*/ 1519390 h 4176587"/>
                <a:gd name="connsiteX6" fmla="*/ 1744838 w 2980603"/>
                <a:gd name="connsiteY6" fmla="*/ 1502739 h 4176587"/>
                <a:gd name="connsiteX7" fmla="*/ 2607414 w 2980603"/>
                <a:gd name="connsiteY7" fmla="*/ 1943819 h 4176587"/>
                <a:gd name="connsiteX8" fmla="*/ 2811065 w 2980603"/>
                <a:gd name="connsiteY8" fmla="*/ 2976587 h 4176587"/>
                <a:gd name="connsiteX9" fmla="*/ 2346566 w 2980603"/>
                <a:gd name="connsiteY9" fmla="*/ 3887821 h 4176587"/>
                <a:gd name="connsiteX10" fmla="*/ 1276671 w 2980603"/>
                <a:gd name="connsiteY10" fmla="*/ 4163554 h 4176587"/>
                <a:gd name="connsiteX11" fmla="*/ 323604 w 2980603"/>
                <a:gd name="connsiteY11" fmla="*/ 3738737 h 4176587"/>
                <a:gd name="connsiteX12" fmla="*/ 11172 w 2980603"/>
                <a:gd name="connsiteY12" fmla="*/ 2861507 h 4176587"/>
                <a:gd name="connsiteX13" fmla="*/ 18471 w 2980603"/>
                <a:gd name="connsiteY13" fmla="*/ 2845685 h 4176587"/>
                <a:gd name="connsiteX14" fmla="*/ 927843 w 2980603"/>
                <a:gd name="connsiteY14" fmla="*/ 2891552 h 4176587"/>
                <a:gd name="connsiteX15" fmla="*/ 1019149 w 2980603"/>
                <a:gd name="connsiteY15" fmla="*/ 3278586 h 4176587"/>
                <a:gd name="connsiteX16" fmla="*/ 1355932 w 2980603"/>
                <a:gd name="connsiteY16" fmla="*/ 3451895 h 4176587"/>
                <a:gd name="connsiteX17" fmla="*/ 1732813 w 2980603"/>
                <a:gd name="connsiteY17" fmla="*/ 3315118 h 4176587"/>
                <a:gd name="connsiteX18" fmla="*/ 1888026 w 2980603"/>
                <a:gd name="connsiteY18" fmla="*/ 2879323 h 4176587"/>
                <a:gd name="connsiteX19" fmla="*/ 1827936 w 2980603"/>
                <a:gd name="connsiteY19" fmla="*/ 2348892 h 4176587"/>
                <a:gd name="connsiteX20" fmla="*/ 1476721 w 2980603"/>
                <a:gd name="connsiteY20" fmla="*/ 2118564 h 4176587"/>
                <a:gd name="connsiteX21" fmla="*/ 1168146 w 2980603"/>
                <a:gd name="connsiteY21" fmla="*/ 2164560 h 4176587"/>
                <a:gd name="connsiteX22" fmla="*/ 988509 w 2980603"/>
                <a:gd name="connsiteY22" fmla="*/ 2346840 h 4176587"/>
                <a:gd name="connsiteX23" fmla="*/ 164322 w 2980603"/>
                <a:gd name="connsiteY23" fmla="*/ 2207953 h 417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80603" h="4176587">
                  <a:moveTo>
                    <a:pt x="643002" y="0"/>
                  </a:moveTo>
                  <a:lnTo>
                    <a:pt x="2980603" y="260342"/>
                  </a:lnTo>
                  <a:lnTo>
                    <a:pt x="2901324" y="972001"/>
                  </a:lnTo>
                  <a:lnTo>
                    <a:pt x="1316477" y="795493"/>
                  </a:lnTo>
                  <a:lnTo>
                    <a:pt x="1122219" y="1619074"/>
                  </a:lnTo>
                  <a:cubicBezTo>
                    <a:pt x="1197461" y="1573879"/>
                    <a:pt x="1288899" y="1540641"/>
                    <a:pt x="1396579" y="1519390"/>
                  </a:cubicBezTo>
                  <a:cubicBezTo>
                    <a:pt x="1504264" y="1498116"/>
                    <a:pt x="1620347" y="1492575"/>
                    <a:pt x="1744838" y="1502739"/>
                  </a:cubicBezTo>
                  <a:cubicBezTo>
                    <a:pt x="2136143" y="1538922"/>
                    <a:pt x="2423667" y="1685965"/>
                    <a:pt x="2607414" y="1943819"/>
                  </a:cubicBezTo>
                  <a:cubicBezTo>
                    <a:pt x="2791160" y="2201673"/>
                    <a:pt x="2859029" y="2545928"/>
                    <a:pt x="2811065" y="2976587"/>
                  </a:cubicBezTo>
                  <a:cubicBezTo>
                    <a:pt x="2769402" y="3350674"/>
                    <a:pt x="2614570" y="3654410"/>
                    <a:pt x="2346566" y="3887821"/>
                  </a:cubicBezTo>
                  <a:cubicBezTo>
                    <a:pt x="2078562" y="4121233"/>
                    <a:pt x="1721923" y="4213142"/>
                    <a:pt x="1276671" y="4163554"/>
                  </a:cubicBezTo>
                  <a:cubicBezTo>
                    <a:pt x="897118" y="4121282"/>
                    <a:pt x="579421" y="3979667"/>
                    <a:pt x="323604" y="3738737"/>
                  </a:cubicBezTo>
                  <a:cubicBezTo>
                    <a:pt x="67792" y="3497782"/>
                    <a:pt x="-36360" y="3205370"/>
                    <a:pt x="11172" y="2861507"/>
                  </a:cubicBezTo>
                  <a:lnTo>
                    <a:pt x="18471" y="2845685"/>
                  </a:lnTo>
                  <a:lnTo>
                    <a:pt x="927843" y="2891552"/>
                  </a:lnTo>
                  <a:cubicBezTo>
                    <a:pt x="910162" y="3050308"/>
                    <a:pt x="940605" y="3179320"/>
                    <a:pt x="1019149" y="3278586"/>
                  </a:cubicBezTo>
                  <a:cubicBezTo>
                    <a:pt x="1097689" y="3377874"/>
                    <a:pt x="1209952" y="3435636"/>
                    <a:pt x="1355932" y="3451895"/>
                  </a:cubicBezTo>
                  <a:cubicBezTo>
                    <a:pt x="1523813" y="3470591"/>
                    <a:pt x="1649446" y="3425000"/>
                    <a:pt x="1732813" y="3315118"/>
                  </a:cubicBezTo>
                  <a:cubicBezTo>
                    <a:pt x="1816178" y="3205236"/>
                    <a:pt x="1867907" y="3059978"/>
                    <a:pt x="1888026" y="2879323"/>
                  </a:cubicBezTo>
                  <a:cubicBezTo>
                    <a:pt x="1912416" y="2660339"/>
                    <a:pt x="1892383" y="2483528"/>
                    <a:pt x="1827936" y="2348892"/>
                  </a:cubicBezTo>
                  <a:cubicBezTo>
                    <a:pt x="1763513" y="2214234"/>
                    <a:pt x="1646416" y="2137463"/>
                    <a:pt x="1476721" y="2118564"/>
                  </a:cubicBezTo>
                  <a:cubicBezTo>
                    <a:pt x="1352641" y="2104745"/>
                    <a:pt x="1249789" y="2120078"/>
                    <a:pt x="1168146" y="2164560"/>
                  </a:cubicBezTo>
                  <a:cubicBezTo>
                    <a:pt x="1086528" y="2209045"/>
                    <a:pt x="1026656" y="2269805"/>
                    <a:pt x="988509" y="2346840"/>
                  </a:cubicBezTo>
                  <a:lnTo>
                    <a:pt x="164322" y="2207953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0" name="方能演亦4-16">
              <a:extLst>
                <a:ext uri="{FF2B5EF4-FFF2-40B4-BE49-F238E27FC236}">
                  <a16:creationId xmlns:a16="http://schemas.microsoft.com/office/drawing/2014/main" id="{B0779622-F299-E555-80A7-12CBEFBAB20D}"/>
                </a:ext>
              </a:extLst>
            </p:cNvPr>
            <p:cNvSpPr/>
            <p:nvPr/>
          </p:nvSpPr>
          <p:spPr>
            <a:xfrm>
              <a:off x="14778870" y="1008934"/>
              <a:ext cx="3045903" cy="4322968"/>
            </a:xfrm>
            <a:custGeom>
              <a:avLst/>
              <a:gdLst>
                <a:gd name="connsiteX0" fmla="*/ 613018 w 3045903"/>
                <a:gd name="connsiteY0" fmla="*/ 0 h 4322968"/>
                <a:gd name="connsiteX1" fmla="*/ 3045903 w 3045903"/>
                <a:gd name="connsiteY1" fmla="*/ 227799 h 4322968"/>
                <a:gd name="connsiteX2" fmla="*/ 2976533 w 3045903"/>
                <a:gd name="connsiteY2" fmla="*/ 968467 h 4322968"/>
                <a:gd name="connsiteX3" fmla="*/ 1327084 w 3045903"/>
                <a:gd name="connsiteY3" fmla="*/ 814022 h 4322968"/>
                <a:gd name="connsiteX4" fmla="*/ 1140321 w 3045903"/>
                <a:gd name="connsiteY4" fmla="*/ 1673043 h 4322968"/>
                <a:gd name="connsiteX5" fmla="*/ 1423489 w 3045903"/>
                <a:gd name="connsiteY5" fmla="*/ 1564496 h 4322968"/>
                <a:gd name="connsiteX6" fmla="*/ 1784932 w 3045903"/>
                <a:gd name="connsiteY6" fmla="*/ 1540849 h 4322968"/>
                <a:gd name="connsiteX7" fmla="*/ 2688959 w 3045903"/>
                <a:gd name="connsiteY7" fmla="*/ 1983283 h 4322968"/>
                <a:gd name="connsiteX8" fmla="*/ 2919330 w 3045903"/>
                <a:gd name="connsiteY8" fmla="*/ 3052337 h 4322968"/>
                <a:gd name="connsiteX9" fmla="*/ 2453457 w 3045903"/>
                <a:gd name="connsiteY9" fmla="*/ 4007334 h 4322968"/>
                <a:gd name="connsiteX10" fmla="*/ 1347154 w 3045903"/>
                <a:gd name="connsiteY10" fmla="*/ 4313255 h 4322968"/>
                <a:gd name="connsiteX11" fmla="*/ 349428 w 3045903"/>
                <a:gd name="connsiteY11" fmla="*/ 3889364 h 4322968"/>
                <a:gd name="connsiteX12" fmla="*/ 8897 w 3045903"/>
                <a:gd name="connsiteY12" fmla="*/ 2983856 h 4322968"/>
                <a:gd name="connsiteX13" fmla="*/ 16191 w 3045903"/>
                <a:gd name="connsiteY13" fmla="*/ 2967289 h 4322968"/>
                <a:gd name="connsiteX14" fmla="*/ 961620 w 3045903"/>
                <a:gd name="connsiteY14" fmla="*/ 2998349 h 4322968"/>
                <a:gd name="connsiteX15" fmla="*/ 1063521 w 3045903"/>
                <a:gd name="connsiteY15" fmla="*/ 3398708 h 4322968"/>
                <a:gd name="connsiteX16" fmla="*/ 1416505 w 3045903"/>
                <a:gd name="connsiteY16" fmla="*/ 3572588 h 4322968"/>
                <a:gd name="connsiteX17" fmla="*/ 1805491 w 3045903"/>
                <a:gd name="connsiteY17" fmla="*/ 3423642 h 4322968"/>
                <a:gd name="connsiteX18" fmla="*/ 1958770 w 3045903"/>
                <a:gd name="connsiteY18" fmla="*/ 2968137 h 4322968"/>
                <a:gd name="connsiteX19" fmla="*/ 1886678 w 3045903"/>
                <a:gd name="connsiteY19" fmla="*/ 2418259 h 4322968"/>
                <a:gd name="connsiteX20" fmla="*/ 1517662 w 3045903"/>
                <a:gd name="connsiteY20" fmla="*/ 2185414 h 4322968"/>
                <a:gd name="connsiteX21" fmla="*/ 1197973 w 3045903"/>
                <a:gd name="connsiteY21" fmla="*/ 2238819 h 4322968"/>
                <a:gd name="connsiteX22" fmla="*/ 1014702 w 3045903"/>
                <a:gd name="connsiteY22" fmla="*/ 2431433 h 4322968"/>
                <a:gd name="connsiteX23" fmla="*/ 156061 w 3045903"/>
                <a:gd name="connsiteY23" fmla="*/ 2302196 h 4322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45903" h="4322968">
                  <a:moveTo>
                    <a:pt x="613018" y="0"/>
                  </a:moveTo>
                  <a:lnTo>
                    <a:pt x="3045903" y="227799"/>
                  </a:lnTo>
                  <a:lnTo>
                    <a:pt x="2976533" y="968467"/>
                  </a:lnTo>
                  <a:lnTo>
                    <a:pt x="1327084" y="814022"/>
                  </a:lnTo>
                  <a:lnTo>
                    <a:pt x="1140321" y="1673043"/>
                  </a:lnTo>
                  <a:cubicBezTo>
                    <a:pt x="1217652" y="1624725"/>
                    <a:pt x="1312026" y="1588532"/>
                    <a:pt x="1423489" y="1564496"/>
                  </a:cubicBezTo>
                  <a:cubicBezTo>
                    <a:pt x="1534955" y="1540434"/>
                    <a:pt x="1655433" y="1532561"/>
                    <a:pt x="1784932" y="1540849"/>
                  </a:cubicBezTo>
                  <a:cubicBezTo>
                    <a:pt x="2192052" y="1571298"/>
                    <a:pt x="2493393" y="1718793"/>
                    <a:pt x="2688959" y="1983283"/>
                  </a:cubicBezTo>
                  <a:cubicBezTo>
                    <a:pt x="2884526" y="2247773"/>
                    <a:pt x="2961299" y="2604124"/>
                    <a:pt x="2919330" y="3052337"/>
                  </a:cubicBezTo>
                  <a:cubicBezTo>
                    <a:pt x="2882875" y="3441672"/>
                    <a:pt x="2727585" y="3759996"/>
                    <a:pt x="2453457" y="4007334"/>
                  </a:cubicBezTo>
                  <a:cubicBezTo>
                    <a:pt x="2179330" y="4254673"/>
                    <a:pt x="1810556" y="4356645"/>
                    <a:pt x="1347154" y="4313255"/>
                  </a:cubicBezTo>
                  <a:cubicBezTo>
                    <a:pt x="952129" y="4276267"/>
                    <a:pt x="619545" y="4134961"/>
                    <a:pt x="349428" y="3889364"/>
                  </a:cubicBezTo>
                  <a:cubicBezTo>
                    <a:pt x="79312" y="3643742"/>
                    <a:pt x="-34205" y="3341904"/>
                    <a:pt x="8897" y="2983856"/>
                  </a:cubicBezTo>
                  <a:lnTo>
                    <a:pt x="16191" y="2967289"/>
                  </a:lnTo>
                  <a:lnTo>
                    <a:pt x="961620" y="2998349"/>
                  </a:lnTo>
                  <a:cubicBezTo>
                    <a:pt x="946149" y="3163576"/>
                    <a:pt x="980124" y="3297030"/>
                    <a:pt x="1063521" y="3398708"/>
                  </a:cubicBezTo>
                  <a:cubicBezTo>
                    <a:pt x="1146912" y="3500410"/>
                    <a:pt x="1264575" y="3558362"/>
                    <a:pt x="1416505" y="3572588"/>
                  </a:cubicBezTo>
                  <a:cubicBezTo>
                    <a:pt x="1591229" y="3588948"/>
                    <a:pt x="1720899" y="3539300"/>
                    <a:pt x="1805491" y="3423642"/>
                  </a:cubicBezTo>
                  <a:cubicBezTo>
                    <a:pt x="1890079" y="3307984"/>
                    <a:pt x="1941165" y="3156157"/>
                    <a:pt x="1958770" y="2968137"/>
                  </a:cubicBezTo>
                  <a:cubicBezTo>
                    <a:pt x="1980110" y="2740227"/>
                    <a:pt x="1956077" y="2556934"/>
                    <a:pt x="1886678" y="2418259"/>
                  </a:cubicBezTo>
                  <a:cubicBezTo>
                    <a:pt x="1817304" y="2279559"/>
                    <a:pt x="1694273" y="2201951"/>
                    <a:pt x="1517662" y="2185414"/>
                  </a:cubicBezTo>
                  <a:cubicBezTo>
                    <a:pt x="1388522" y="2173322"/>
                    <a:pt x="1281968" y="2191125"/>
                    <a:pt x="1197973" y="2238819"/>
                  </a:cubicBezTo>
                  <a:cubicBezTo>
                    <a:pt x="1114004" y="2286515"/>
                    <a:pt x="1052921" y="2350720"/>
                    <a:pt x="1014702" y="2431433"/>
                  </a:cubicBezTo>
                  <a:lnTo>
                    <a:pt x="156061" y="2302196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1" name="方能演亦4-17">
              <a:extLst>
                <a:ext uri="{FF2B5EF4-FFF2-40B4-BE49-F238E27FC236}">
                  <a16:creationId xmlns:a16="http://schemas.microsoft.com/office/drawing/2014/main" id="{6ABF4877-7957-DE2D-74DB-63B2E2BAA0B2}"/>
                </a:ext>
              </a:extLst>
            </p:cNvPr>
            <p:cNvSpPr/>
            <p:nvPr/>
          </p:nvSpPr>
          <p:spPr>
            <a:xfrm>
              <a:off x="14745071" y="941568"/>
              <a:ext cx="3111524" cy="4469908"/>
            </a:xfrm>
            <a:custGeom>
              <a:avLst/>
              <a:gdLst>
                <a:gd name="connsiteX0" fmla="*/ 583356 w 3111524"/>
                <a:gd name="connsiteY0" fmla="*/ 0 h 4469908"/>
                <a:gd name="connsiteX1" fmla="*/ 3111524 w 3111524"/>
                <a:gd name="connsiteY1" fmla="*/ 195257 h 4469908"/>
                <a:gd name="connsiteX2" fmla="*/ 3052061 w 3111524"/>
                <a:gd name="connsiteY2" fmla="*/ 964932 h 4469908"/>
                <a:gd name="connsiteX3" fmla="*/ 1338010 w 3111524"/>
                <a:gd name="connsiteY3" fmla="*/ 832551 h 4469908"/>
                <a:gd name="connsiteX4" fmla="*/ 1158742 w 3111524"/>
                <a:gd name="connsiteY4" fmla="*/ 1727012 h 4469908"/>
                <a:gd name="connsiteX5" fmla="*/ 1450718 w 3111524"/>
                <a:gd name="connsiteY5" fmla="*/ 1609601 h 4469908"/>
                <a:gd name="connsiteX6" fmla="*/ 1825346 w 3111524"/>
                <a:gd name="connsiteY6" fmla="*/ 1578959 h 4469908"/>
                <a:gd name="connsiteX7" fmla="*/ 2770825 w 3111524"/>
                <a:gd name="connsiteY7" fmla="*/ 2022747 h 4469908"/>
                <a:gd name="connsiteX8" fmla="*/ 3027916 w 3111524"/>
                <a:gd name="connsiteY8" fmla="*/ 3128087 h 4469908"/>
                <a:gd name="connsiteX9" fmla="*/ 2560669 w 3111524"/>
                <a:gd name="connsiteY9" fmla="*/ 4126847 h 4469908"/>
                <a:gd name="connsiteX10" fmla="*/ 1417956 w 3111524"/>
                <a:gd name="connsiteY10" fmla="*/ 4462957 h 4469908"/>
                <a:gd name="connsiteX11" fmla="*/ 375570 w 3111524"/>
                <a:gd name="connsiteY11" fmla="*/ 4039991 h 4469908"/>
                <a:gd name="connsiteX12" fmla="*/ 6943 w 3111524"/>
                <a:gd name="connsiteY12" fmla="*/ 3106205 h 4469908"/>
                <a:gd name="connsiteX13" fmla="*/ 14231 w 3111524"/>
                <a:gd name="connsiteY13" fmla="*/ 3088892 h 4469908"/>
                <a:gd name="connsiteX14" fmla="*/ 995716 w 3111524"/>
                <a:gd name="connsiteY14" fmla="*/ 3105146 h 4469908"/>
                <a:gd name="connsiteX15" fmla="*/ 1108210 w 3111524"/>
                <a:gd name="connsiteY15" fmla="*/ 3518830 h 4469908"/>
                <a:gd name="connsiteX16" fmla="*/ 1477400 w 3111524"/>
                <a:gd name="connsiteY16" fmla="*/ 3693281 h 4469908"/>
                <a:gd name="connsiteX17" fmla="*/ 1878487 w 3111524"/>
                <a:gd name="connsiteY17" fmla="*/ 3532165 h 4469908"/>
                <a:gd name="connsiteX18" fmla="*/ 2029832 w 3111524"/>
                <a:gd name="connsiteY18" fmla="*/ 3056952 h 4469908"/>
                <a:gd name="connsiteX19" fmla="*/ 1945741 w 3111524"/>
                <a:gd name="connsiteY19" fmla="*/ 2487625 h 4469908"/>
                <a:gd name="connsiteX20" fmla="*/ 1558921 w 3111524"/>
                <a:gd name="connsiteY20" fmla="*/ 2252264 h 4469908"/>
                <a:gd name="connsiteX21" fmla="*/ 1228119 w 3111524"/>
                <a:gd name="connsiteY21" fmla="*/ 2313077 h 4469908"/>
                <a:gd name="connsiteX22" fmla="*/ 1041216 w 3111524"/>
                <a:gd name="connsiteY22" fmla="*/ 2516027 h 4469908"/>
                <a:gd name="connsiteX23" fmla="*/ 148122 w 3111524"/>
                <a:gd name="connsiteY23" fmla="*/ 2396440 h 446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11524" h="4469908">
                  <a:moveTo>
                    <a:pt x="583356" y="0"/>
                  </a:moveTo>
                  <a:lnTo>
                    <a:pt x="3111524" y="195257"/>
                  </a:lnTo>
                  <a:lnTo>
                    <a:pt x="3052061" y="964932"/>
                  </a:lnTo>
                  <a:lnTo>
                    <a:pt x="1338010" y="832551"/>
                  </a:lnTo>
                  <a:lnTo>
                    <a:pt x="1158742" y="1727012"/>
                  </a:lnTo>
                  <a:cubicBezTo>
                    <a:pt x="1238164" y="1675572"/>
                    <a:pt x="1335472" y="1636424"/>
                    <a:pt x="1450718" y="1609601"/>
                  </a:cubicBezTo>
                  <a:cubicBezTo>
                    <a:pt x="1565969" y="1582751"/>
                    <a:pt x="1690841" y="1572547"/>
                    <a:pt x="1825346" y="1578959"/>
                  </a:cubicBezTo>
                  <a:cubicBezTo>
                    <a:pt x="2248282" y="1603674"/>
                    <a:pt x="2563441" y="1751620"/>
                    <a:pt x="2770825" y="2022747"/>
                  </a:cubicBezTo>
                  <a:cubicBezTo>
                    <a:pt x="2978209" y="2293873"/>
                    <a:pt x="3063889" y="2662319"/>
                    <a:pt x="3027916" y="3128087"/>
                  </a:cubicBezTo>
                  <a:cubicBezTo>
                    <a:pt x="2996669" y="3532670"/>
                    <a:pt x="2840920" y="3865582"/>
                    <a:pt x="2560669" y="4126847"/>
                  </a:cubicBezTo>
                  <a:cubicBezTo>
                    <a:pt x="2280418" y="4388112"/>
                    <a:pt x="1899506" y="4500148"/>
                    <a:pt x="1417956" y="4462957"/>
                  </a:cubicBezTo>
                  <a:cubicBezTo>
                    <a:pt x="1007460" y="4431253"/>
                    <a:pt x="659990" y="4290255"/>
                    <a:pt x="375570" y="4039991"/>
                  </a:cubicBezTo>
                  <a:cubicBezTo>
                    <a:pt x="91155" y="3789702"/>
                    <a:pt x="-31729" y="3478438"/>
                    <a:pt x="6943" y="3106205"/>
                  </a:cubicBezTo>
                  <a:lnTo>
                    <a:pt x="14231" y="3088892"/>
                  </a:lnTo>
                  <a:lnTo>
                    <a:pt x="995716" y="3105146"/>
                  </a:lnTo>
                  <a:cubicBezTo>
                    <a:pt x="982455" y="3276845"/>
                    <a:pt x="1019962" y="3414740"/>
                    <a:pt x="1108210" y="3518830"/>
                  </a:cubicBezTo>
                  <a:cubicBezTo>
                    <a:pt x="1196455" y="3622945"/>
                    <a:pt x="1319520" y="3681087"/>
                    <a:pt x="1477400" y="3693281"/>
                  </a:cubicBezTo>
                  <a:cubicBezTo>
                    <a:pt x="1658967" y="3707304"/>
                    <a:pt x="1792671" y="3653599"/>
                    <a:pt x="1878487" y="3532165"/>
                  </a:cubicBezTo>
                  <a:cubicBezTo>
                    <a:pt x="1964302" y="3410731"/>
                    <a:pt x="2014741" y="3252335"/>
                    <a:pt x="2029832" y="3056952"/>
                  </a:cubicBezTo>
                  <a:cubicBezTo>
                    <a:pt x="2048124" y="2820116"/>
                    <a:pt x="2020091" y="2630340"/>
                    <a:pt x="1945741" y="2487625"/>
                  </a:cubicBezTo>
                  <a:cubicBezTo>
                    <a:pt x="1871415" y="2344885"/>
                    <a:pt x="1742449" y="2266439"/>
                    <a:pt x="1558921" y="2252264"/>
                  </a:cubicBezTo>
                  <a:cubicBezTo>
                    <a:pt x="1424724" y="2241900"/>
                    <a:pt x="1314464" y="2262172"/>
                    <a:pt x="1228119" y="2313077"/>
                  </a:cubicBezTo>
                  <a:cubicBezTo>
                    <a:pt x="1141802" y="2363985"/>
                    <a:pt x="1079508" y="2431635"/>
                    <a:pt x="1041216" y="2516027"/>
                  </a:cubicBezTo>
                  <a:lnTo>
                    <a:pt x="148122" y="2396440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2" name="方能演亦4-18">
              <a:extLst>
                <a:ext uri="{FF2B5EF4-FFF2-40B4-BE49-F238E27FC236}">
                  <a16:creationId xmlns:a16="http://schemas.microsoft.com/office/drawing/2014/main" id="{ED011720-4A56-A43C-D2D9-1DDB71112BFB}"/>
                </a:ext>
              </a:extLst>
            </p:cNvPr>
            <p:cNvSpPr/>
            <p:nvPr/>
          </p:nvSpPr>
          <p:spPr>
            <a:xfrm>
              <a:off x="14710977" y="874201"/>
              <a:ext cx="3177440" cy="4617363"/>
            </a:xfrm>
            <a:custGeom>
              <a:avLst/>
              <a:gdLst>
                <a:gd name="connsiteX0" fmla="*/ 553986 w 3177440"/>
                <a:gd name="connsiteY0" fmla="*/ 0 h 4617363"/>
                <a:gd name="connsiteX1" fmla="*/ 3177440 w 3177440"/>
                <a:gd name="connsiteY1" fmla="*/ 162714 h 4617363"/>
                <a:gd name="connsiteX2" fmla="*/ 3127881 w 3177440"/>
                <a:gd name="connsiteY2" fmla="*/ 961398 h 4617363"/>
                <a:gd name="connsiteX3" fmla="*/ 1349232 w 3177440"/>
                <a:gd name="connsiteY3" fmla="*/ 851080 h 4617363"/>
                <a:gd name="connsiteX4" fmla="*/ 1177456 w 3177440"/>
                <a:gd name="connsiteY4" fmla="*/ 1780981 h 4617363"/>
                <a:gd name="connsiteX5" fmla="*/ 1478243 w 3177440"/>
                <a:gd name="connsiteY5" fmla="*/ 1654706 h 4617363"/>
                <a:gd name="connsiteX6" fmla="*/ 1866055 w 3177440"/>
                <a:gd name="connsiteY6" fmla="*/ 1617069 h 4617363"/>
                <a:gd name="connsiteX7" fmla="*/ 2852983 w 3177440"/>
                <a:gd name="connsiteY7" fmla="*/ 2062211 h 4617363"/>
                <a:gd name="connsiteX8" fmla="*/ 3136796 w 3177440"/>
                <a:gd name="connsiteY8" fmla="*/ 3203837 h 4617363"/>
                <a:gd name="connsiteX9" fmla="*/ 2668175 w 3177440"/>
                <a:gd name="connsiteY9" fmla="*/ 4246359 h 4617363"/>
                <a:gd name="connsiteX10" fmla="*/ 1489051 w 3177440"/>
                <a:gd name="connsiteY10" fmla="*/ 4612658 h 4617363"/>
                <a:gd name="connsiteX11" fmla="*/ 402006 w 3177440"/>
                <a:gd name="connsiteY11" fmla="*/ 4190619 h 4617363"/>
                <a:gd name="connsiteX12" fmla="*/ 5283 w 3177440"/>
                <a:gd name="connsiteY12" fmla="*/ 3228554 h 4617363"/>
                <a:gd name="connsiteX13" fmla="*/ 12563 w 3177440"/>
                <a:gd name="connsiteY13" fmla="*/ 3210495 h 4617363"/>
                <a:gd name="connsiteX14" fmla="*/ 1030107 w 3177440"/>
                <a:gd name="connsiteY14" fmla="*/ 3211943 h 4617363"/>
                <a:gd name="connsiteX15" fmla="*/ 1153196 w 3177440"/>
                <a:gd name="connsiteY15" fmla="*/ 3638952 h 4617363"/>
                <a:gd name="connsiteX16" fmla="*/ 1538589 w 3177440"/>
                <a:gd name="connsiteY16" fmla="*/ 3813975 h 4617363"/>
                <a:gd name="connsiteX17" fmla="*/ 1951780 w 3177440"/>
                <a:gd name="connsiteY17" fmla="*/ 3640689 h 4617363"/>
                <a:gd name="connsiteX18" fmla="*/ 2101188 w 3177440"/>
                <a:gd name="connsiteY18" fmla="*/ 3145766 h 4617363"/>
                <a:gd name="connsiteX19" fmla="*/ 2005097 w 3177440"/>
                <a:gd name="connsiteY19" fmla="*/ 2556992 h 4617363"/>
                <a:gd name="connsiteX20" fmla="*/ 1600474 w 3177440"/>
                <a:gd name="connsiteY20" fmla="*/ 2319114 h 4617363"/>
                <a:gd name="connsiteX21" fmla="*/ 1258561 w 3177440"/>
                <a:gd name="connsiteY21" fmla="*/ 2387336 h 4617363"/>
                <a:gd name="connsiteX22" fmla="*/ 1068023 w 3177440"/>
                <a:gd name="connsiteY22" fmla="*/ 2600621 h 4617363"/>
                <a:gd name="connsiteX23" fmla="*/ 140475 w 3177440"/>
                <a:gd name="connsiteY23" fmla="*/ 2490684 h 4617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77440" h="4617363">
                  <a:moveTo>
                    <a:pt x="553986" y="0"/>
                  </a:moveTo>
                  <a:lnTo>
                    <a:pt x="3177440" y="162714"/>
                  </a:lnTo>
                  <a:lnTo>
                    <a:pt x="3127881" y="961398"/>
                  </a:lnTo>
                  <a:lnTo>
                    <a:pt x="1349232" y="851080"/>
                  </a:lnTo>
                  <a:lnTo>
                    <a:pt x="1177456" y="1780981"/>
                  </a:lnTo>
                  <a:cubicBezTo>
                    <a:pt x="1258969" y="1726418"/>
                    <a:pt x="1359213" y="1684316"/>
                    <a:pt x="1478243" y="1654706"/>
                  </a:cubicBezTo>
                  <a:cubicBezTo>
                    <a:pt x="1597274" y="1625069"/>
                    <a:pt x="1726542" y="1612533"/>
                    <a:pt x="1866055" y="1617069"/>
                  </a:cubicBezTo>
                  <a:cubicBezTo>
                    <a:pt x="2304805" y="1636049"/>
                    <a:pt x="2633781" y="1784448"/>
                    <a:pt x="2852983" y="2062211"/>
                  </a:cubicBezTo>
                  <a:cubicBezTo>
                    <a:pt x="3072187" y="2339973"/>
                    <a:pt x="3166772" y="2720515"/>
                    <a:pt x="3136796" y="3203837"/>
                  </a:cubicBezTo>
                  <a:cubicBezTo>
                    <a:pt x="3110755" y="3623668"/>
                    <a:pt x="2954549" y="3971167"/>
                    <a:pt x="2668175" y="4246359"/>
                  </a:cubicBezTo>
                  <a:cubicBezTo>
                    <a:pt x="2381800" y="4521552"/>
                    <a:pt x="1988751" y="4643651"/>
                    <a:pt x="1489051" y="4612658"/>
                  </a:cubicBezTo>
                  <a:cubicBezTo>
                    <a:pt x="1063085" y="4586238"/>
                    <a:pt x="700727" y="4445548"/>
                    <a:pt x="402006" y="4190619"/>
                  </a:cubicBezTo>
                  <a:cubicBezTo>
                    <a:pt x="103289" y="3935662"/>
                    <a:pt x="-28960" y="3614972"/>
                    <a:pt x="5283" y="3228554"/>
                  </a:cubicBezTo>
                  <a:lnTo>
                    <a:pt x="12563" y="3210495"/>
                  </a:lnTo>
                  <a:lnTo>
                    <a:pt x="1030107" y="3211943"/>
                  </a:lnTo>
                  <a:cubicBezTo>
                    <a:pt x="1019057" y="3390113"/>
                    <a:pt x="1060094" y="3532450"/>
                    <a:pt x="1153196" y="3638952"/>
                  </a:cubicBezTo>
                  <a:cubicBezTo>
                    <a:pt x="1246292" y="3745480"/>
                    <a:pt x="1374757" y="3803813"/>
                    <a:pt x="1538589" y="3813975"/>
                  </a:cubicBezTo>
                  <a:cubicBezTo>
                    <a:pt x="1726999" y="3825660"/>
                    <a:pt x="1864737" y="3767898"/>
                    <a:pt x="1951780" y="3640689"/>
                  </a:cubicBezTo>
                  <a:cubicBezTo>
                    <a:pt x="2038819" y="3513478"/>
                    <a:pt x="2088613" y="3348513"/>
                    <a:pt x="2101188" y="3145766"/>
                  </a:cubicBezTo>
                  <a:cubicBezTo>
                    <a:pt x="2116430" y="2900004"/>
                    <a:pt x="2084398" y="2703745"/>
                    <a:pt x="2005097" y="2556992"/>
                  </a:cubicBezTo>
                  <a:cubicBezTo>
                    <a:pt x="1925821" y="2410211"/>
                    <a:pt x="1790920" y="2330926"/>
                    <a:pt x="1600474" y="2319114"/>
                  </a:cubicBezTo>
                  <a:cubicBezTo>
                    <a:pt x="1461219" y="2310477"/>
                    <a:pt x="1347257" y="2333219"/>
                    <a:pt x="1258561" y="2387336"/>
                  </a:cubicBezTo>
                  <a:cubicBezTo>
                    <a:pt x="1169892" y="2441455"/>
                    <a:pt x="1106388" y="2512549"/>
                    <a:pt x="1068023" y="2600621"/>
                  </a:cubicBezTo>
                  <a:lnTo>
                    <a:pt x="140475" y="2490684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3" name="方能演亦4-19">
              <a:extLst>
                <a:ext uri="{FF2B5EF4-FFF2-40B4-BE49-F238E27FC236}">
                  <a16:creationId xmlns:a16="http://schemas.microsoft.com/office/drawing/2014/main" id="{B1204094-B525-B7D2-856D-07A9D8F4A4AB}"/>
                </a:ext>
              </a:extLst>
            </p:cNvPr>
            <p:cNvSpPr/>
            <p:nvPr/>
          </p:nvSpPr>
          <p:spPr>
            <a:xfrm>
              <a:off x="14676616" y="806836"/>
              <a:ext cx="3249326" cy="4765297"/>
            </a:xfrm>
            <a:custGeom>
              <a:avLst/>
              <a:gdLst>
                <a:gd name="connsiteX0" fmla="*/ 524886 w 3249326"/>
                <a:gd name="connsiteY0" fmla="*/ 0 h 4765297"/>
                <a:gd name="connsiteX1" fmla="*/ 3243622 w 3249326"/>
                <a:gd name="connsiteY1" fmla="*/ 130171 h 4765297"/>
                <a:gd name="connsiteX2" fmla="*/ 3203972 w 3249326"/>
                <a:gd name="connsiteY2" fmla="*/ 957863 h 4765297"/>
                <a:gd name="connsiteX3" fmla="*/ 1360721 w 3249326"/>
                <a:gd name="connsiteY3" fmla="*/ 869609 h 4765297"/>
                <a:gd name="connsiteX4" fmla="*/ 1196440 w 3249326"/>
                <a:gd name="connsiteY4" fmla="*/ 1834950 h 4765297"/>
                <a:gd name="connsiteX5" fmla="*/ 1506033 w 3249326"/>
                <a:gd name="connsiteY5" fmla="*/ 1699811 h 4765297"/>
                <a:gd name="connsiteX6" fmla="*/ 1907031 w 3249326"/>
                <a:gd name="connsiteY6" fmla="*/ 1655179 h 4765297"/>
                <a:gd name="connsiteX7" fmla="*/ 2935411 w 3249326"/>
                <a:gd name="connsiteY7" fmla="*/ 2101675 h 4765297"/>
                <a:gd name="connsiteX8" fmla="*/ 3245943 w 3249326"/>
                <a:gd name="connsiteY8" fmla="*/ 3279587 h 4765297"/>
                <a:gd name="connsiteX9" fmla="*/ 2775948 w 3249326"/>
                <a:gd name="connsiteY9" fmla="*/ 4365872 h 4765297"/>
                <a:gd name="connsiteX10" fmla="*/ 1560416 w 3249326"/>
                <a:gd name="connsiteY10" fmla="*/ 4762360 h 4765297"/>
                <a:gd name="connsiteX11" fmla="*/ 428712 w 3249326"/>
                <a:gd name="connsiteY11" fmla="*/ 4341246 h 4765297"/>
                <a:gd name="connsiteX12" fmla="*/ 3889 w 3249326"/>
                <a:gd name="connsiteY12" fmla="*/ 3350903 h 4765297"/>
                <a:gd name="connsiteX13" fmla="*/ 11165 w 3249326"/>
                <a:gd name="connsiteY13" fmla="*/ 3332098 h 4765297"/>
                <a:gd name="connsiteX14" fmla="*/ 1064766 w 3249326"/>
                <a:gd name="connsiteY14" fmla="*/ 3318740 h 4765297"/>
                <a:gd name="connsiteX15" fmla="*/ 1198448 w 3249326"/>
                <a:gd name="connsiteY15" fmla="*/ 3759074 h 4765297"/>
                <a:gd name="connsiteX16" fmla="*/ 1600045 w 3249326"/>
                <a:gd name="connsiteY16" fmla="*/ 3934668 h 4765297"/>
                <a:gd name="connsiteX17" fmla="*/ 2025338 w 3249326"/>
                <a:gd name="connsiteY17" fmla="*/ 3749212 h 4765297"/>
                <a:gd name="connsiteX18" fmla="*/ 2172811 w 3249326"/>
                <a:gd name="connsiteY18" fmla="*/ 3234581 h 4765297"/>
                <a:gd name="connsiteX19" fmla="*/ 2064722 w 3249326"/>
                <a:gd name="connsiteY19" fmla="*/ 2626358 h 4765297"/>
                <a:gd name="connsiteX20" fmla="*/ 1642296 w 3249326"/>
                <a:gd name="connsiteY20" fmla="*/ 2385964 h 4765297"/>
                <a:gd name="connsiteX21" fmla="*/ 1289270 w 3249326"/>
                <a:gd name="connsiteY21" fmla="*/ 2461594 h 4765297"/>
                <a:gd name="connsiteX22" fmla="*/ 1095099 w 3249326"/>
                <a:gd name="connsiteY22" fmla="*/ 2685215 h 4765297"/>
                <a:gd name="connsiteX23" fmla="*/ 133096 w 3249326"/>
                <a:gd name="connsiteY23" fmla="*/ 2584928 h 476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49326" h="4765297">
                  <a:moveTo>
                    <a:pt x="524886" y="0"/>
                  </a:moveTo>
                  <a:lnTo>
                    <a:pt x="3243622" y="130171"/>
                  </a:lnTo>
                  <a:lnTo>
                    <a:pt x="3203972" y="957863"/>
                  </a:lnTo>
                  <a:lnTo>
                    <a:pt x="1360721" y="869609"/>
                  </a:lnTo>
                  <a:lnTo>
                    <a:pt x="1196440" y="1834950"/>
                  </a:lnTo>
                  <a:cubicBezTo>
                    <a:pt x="1280043" y="1777265"/>
                    <a:pt x="1383222" y="1732208"/>
                    <a:pt x="1506033" y="1699811"/>
                  </a:cubicBezTo>
                  <a:cubicBezTo>
                    <a:pt x="1628849" y="1667386"/>
                    <a:pt x="1762511" y="1652519"/>
                    <a:pt x="1907031" y="1655179"/>
                  </a:cubicBezTo>
                  <a:cubicBezTo>
                    <a:pt x="2361597" y="1668425"/>
                    <a:pt x="2704390" y="1817276"/>
                    <a:pt x="2935411" y="2101675"/>
                  </a:cubicBezTo>
                  <a:cubicBezTo>
                    <a:pt x="3166433" y="2386073"/>
                    <a:pt x="3269924" y="2778711"/>
                    <a:pt x="3245943" y="3279587"/>
                  </a:cubicBezTo>
                  <a:cubicBezTo>
                    <a:pt x="3225111" y="3714667"/>
                    <a:pt x="3068447" y="4076753"/>
                    <a:pt x="2775948" y="4365872"/>
                  </a:cubicBezTo>
                  <a:cubicBezTo>
                    <a:pt x="2483450" y="4654993"/>
                    <a:pt x="2078265" y="4787154"/>
                    <a:pt x="1560416" y="4762360"/>
                  </a:cubicBezTo>
                  <a:cubicBezTo>
                    <a:pt x="1118978" y="4741224"/>
                    <a:pt x="741733" y="4600842"/>
                    <a:pt x="428712" y="4341246"/>
                  </a:cubicBezTo>
                  <a:cubicBezTo>
                    <a:pt x="115692" y="4081621"/>
                    <a:pt x="-25923" y="3751506"/>
                    <a:pt x="3889" y="3350903"/>
                  </a:cubicBezTo>
                  <a:lnTo>
                    <a:pt x="11165" y="3332098"/>
                  </a:lnTo>
                  <a:lnTo>
                    <a:pt x="1064766" y="3318740"/>
                  </a:lnTo>
                  <a:cubicBezTo>
                    <a:pt x="1055926" y="3503381"/>
                    <a:pt x="1100495" y="3650160"/>
                    <a:pt x="1198448" y="3759074"/>
                  </a:cubicBezTo>
                  <a:cubicBezTo>
                    <a:pt x="1296397" y="3868016"/>
                    <a:pt x="1430264" y="3926539"/>
                    <a:pt x="1600045" y="3934668"/>
                  </a:cubicBezTo>
                  <a:cubicBezTo>
                    <a:pt x="1795300" y="3944016"/>
                    <a:pt x="1937071" y="3882198"/>
                    <a:pt x="2025338" y="3749212"/>
                  </a:cubicBezTo>
                  <a:cubicBezTo>
                    <a:pt x="2113603" y="3616226"/>
                    <a:pt x="2162751" y="3444692"/>
                    <a:pt x="2172811" y="3234581"/>
                  </a:cubicBezTo>
                  <a:cubicBezTo>
                    <a:pt x="2185006" y="2979893"/>
                    <a:pt x="2148974" y="2777151"/>
                    <a:pt x="2064722" y="2626358"/>
                  </a:cubicBezTo>
                  <a:cubicBezTo>
                    <a:pt x="1980494" y="2475537"/>
                    <a:pt x="1839658" y="2395414"/>
                    <a:pt x="1642296" y="2385964"/>
                  </a:cubicBezTo>
                  <a:cubicBezTo>
                    <a:pt x="1497983" y="2379055"/>
                    <a:pt x="1380317" y="2404265"/>
                    <a:pt x="1289270" y="2461594"/>
                  </a:cubicBezTo>
                  <a:cubicBezTo>
                    <a:pt x="1198252" y="2518924"/>
                    <a:pt x="1133535" y="2593464"/>
                    <a:pt x="1095099" y="2685215"/>
                  </a:cubicBezTo>
                  <a:lnTo>
                    <a:pt x="133096" y="2584928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4" name="方能演亦4-20">
              <a:extLst>
                <a:ext uri="{FF2B5EF4-FFF2-40B4-BE49-F238E27FC236}">
                  <a16:creationId xmlns:a16="http://schemas.microsoft.com/office/drawing/2014/main" id="{FC9F47A7-0A29-22DB-4A3E-E9D02E28D492}"/>
                </a:ext>
              </a:extLst>
            </p:cNvPr>
            <p:cNvSpPr/>
            <p:nvPr/>
          </p:nvSpPr>
          <p:spPr>
            <a:xfrm>
              <a:off x="14642011" y="739469"/>
              <a:ext cx="3357193" cy="4913673"/>
            </a:xfrm>
            <a:custGeom>
              <a:avLst/>
              <a:gdLst>
                <a:gd name="connsiteX0" fmla="*/ 496027 w 3357193"/>
                <a:gd name="connsiteY0" fmla="*/ 0 h 4913673"/>
                <a:gd name="connsiteX1" fmla="*/ 3310047 w 3357193"/>
                <a:gd name="connsiteY1" fmla="*/ 97628 h 4913673"/>
                <a:gd name="connsiteX2" fmla="*/ 3280303 w 3357193"/>
                <a:gd name="connsiteY2" fmla="*/ 954329 h 4913673"/>
                <a:gd name="connsiteX3" fmla="*/ 1372452 w 3357193"/>
                <a:gd name="connsiteY3" fmla="*/ 888138 h 4913673"/>
                <a:gd name="connsiteX4" fmla="*/ 1215667 w 3357193"/>
                <a:gd name="connsiteY4" fmla="*/ 1888919 h 4913673"/>
                <a:gd name="connsiteX5" fmla="*/ 1534069 w 3357193"/>
                <a:gd name="connsiteY5" fmla="*/ 1744916 h 4913673"/>
                <a:gd name="connsiteX6" fmla="*/ 1948251 w 3357193"/>
                <a:gd name="connsiteY6" fmla="*/ 1693288 h 4913673"/>
                <a:gd name="connsiteX7" fmla="*/ 3018082 w 3357193"/>
                <a:gd name="connsiteY7" fmla="*/ 2141139 h 4913673"/>
                <a:gd name="connsiteX8" fmla="*/ 3355333 w 3357193"/>
                <a:gd name="connsiteY8" fmla="*/ 3355337 h 4913673"/>
                <a:gd name="connsiteX9" fmla="*/ 2883965 w 3357193"/>
                <a:gd name="connsiteY9" fmla="*/ 4485385 h 4913673"/>
                <a:gd name="connsiteX10" fmla="*/ 1632023 w 3357193"/>
                <a:gd name="connsiteY10" fmla="*/ 4912061 h 4913673"/>
                <a:gd name="connsiteX11" fmla="*/ 455659 w 3357193"/>
                <a:gd name="connsiteY11" fmla="*/ 4491873 h 4913673"/>
                <a:gd name="connsiteX12" fmla="*/ 2741 w 3357193"/>
                <a:gd name="connsiteY12" fmla="*/ 3473252 h 4913673"/>
                <a:gd name="connsiteX13" fmla="*/ 10010 w 3357193"/>
                <a:gd name="connsiteY13" fmla="*/ 3453701 h 4913673"/>
                <a:gd name="connsiteX14" fmla="*/ 1099667 w 3357193"/>
                <a:gd name="connsiteY14" fmla="*/ 3425537 h 4913673"/>
                <a:gd name="connsiteX15" fmla="*/ 1243944 w 3357193"/>
                <a:gd name="connsiteY15" fmla="*/ 3879197 h 4913673"/>
                <a:gd name="connsiteX16" fmla="*/ 1661745 w 3357193"/>
                <a:gd name="connsiteY16" fmla="*/ 4055361 h 4913673"/>
                <a:gd name="connsiteX17" fmla="*/ 2099141 w 3357193"/>
                <a:gd name="connsiteY17" fmla="*/ 3857736 h 4913673"/>
                <a:gd name="connsiteX18" fmla="*/ 2244678 w 3357193"/>
                <a:gd name="connsiteY18" fmla="*/ 3323395 h 4913673"/>
                <a:gd name="connsiteX19" fmla="*/ 2124588 w 3357193"/>
                <a:gd name="connsiteY19" fmla="*/ 2695725 h 4913673"/>
                <a:gd name="connsiteX20" fmla="*/ 1684360 w 3357193"/>
                <a:gd name="connsiteY20" fmla="*/ 2452815 h 4913673"/>
                <a:gd name="connsiteX21" fmla="*/ 1320221 w 3357193"/>
                <a:gd name="connsiteY21" fmla="*/ 2535853 h 4913673"/>
                <a:gd name="connsiteX22" fmla="*/ 1122416 w 3357193"/>
                <a:gd name="connsiteY22" fmla="*/ 2769809 h 4913673"/>
                <a:gd name="connsiteX23" fmla="*/ 125961 w 3357193"/>
                <a:gd name="connsiteY23" fmla="*/ 2679172 h 491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57193" h="4913673">
                  <a:moveTo>
                    <a:pt x="496027" y="0"/>
                  </a:moveTo>
                  <a:lnTo>
                    <a:pt x="3310047" y="97628"/>
                  </a:lnTo>
                  <a:lnTo>
                    <a:pt x="3280303" y="954329"/>
                  </a:lnTo>
                  <a:lnTo>
                    <a:pt x="1372452" y="888138"/>
                  </a:lnTo>
                  <a:lnTo>
                    <a:pt x="1215667" y="1888919"/>
                  </a:lnTo>
                  <a:cubicBezTo>
                    <a:pt x="1301357" y="1828111"/>
                    <a:pt x="1407473" y="1780100"/>
                    <a:pt x="1534069" y="1744916"/>
                  </a:cubicBezTo>
                  <a:cubicBezTo>
                    <a:pt x="1660666" y="1709704"/>
                    <a:pt x="1798724" y="1692505"/>
                    <a:pt x="1948251" y="1693288"/>
                  </a:cubicBezTo>
                  <a:cubicBezTo>
                    <a:pt x="2418630" y="1700801"/>
                    <a:pt x="2775241" y="1850104"/>
                    <a:pt x="3018082" y="2141139"/>
                  </a:cubicBezTo>
                  <a:cubicBezTo>
                    <a:pt x="3260922" y="2432174"/>
                    <a:pt x="3373319" y="2836907"/>
                    <a:pt x="3355333" y="3355337"/>
                  </a:cubicBezTo>
                  <a:cubicBezTo>
                    <a:pt x="3339709" y="3805665"/>
                    <a:pt x="3182587" y="4182338"/>
                    <a:pt x="2883965" y="4485385"/>
                  </a:cubicBezTo>
                  <a:cubicBezTo>
                    <a:pt x="2585343" y="4788433"/>
                    <a:pt x="2168021" y="4930657"/>
                    <a:pt x="1632023" y="4912061"/>
                  </a:cubicBezTo>
                  <a:cubicBezTo>
                    <a:pt x="1175112" y="4896209"/>
                    <a:pt x="782981" y="4756136"/>
                    <a:pt x="455659" y="4491873"/>
                  </a:cubicBezTo>
                  <a:cubicBezTo>
                    <a:pt x="128338" y="4227581"/>
                    <a:pt x="-22644" y="3888039"/>
                    <a:pt x="2741" y="3473252"/>
                  </a:cubicBezTo>
                  <a:lnTo>
                    <a:pt x="10010" y="3453701"/>
                  </a:lnTo>
                  <a:lnTo>
                    <a:pt x="1099667" y="3425537"/>
                  </a:lnTo>
                  <a:cubicBezTo>
                    <a:pt x="1093037" y="3616649"/>
                    <a:pt x="1141138" y="3767870"/>
                    <a:pt x="1243944" y="3879197"/>
                  </a:cubicBezTo>
                  <a:cubicBezTo>
                    <a:pt x="1346745" y="3990551"/>
                    <a:pt x="1486013" y="4049264"/>
                    <a:pt x="1661745" y="4055361"/>
                  </a:cubicBezTo>
                  <a:cubicBezTo>
                    <a:pt x="1863843" y="4062373"/>
                    <a:pt x="2009648" y="3996498"/>
                    <a:pt x="2099141" y="3857736"/>
                  </a:cubicBezTo>
                  <a:cubicBezTo>
                    <a:pt x="2188630" y="3718973"/>
                    <a:pt x="2237134" y="3540870"/>
                    <a:pt x="2244678" y="3323395"/>
                  </a:cubicBezTo>
                  <a:cubicBezTo>
                    <a:pt x="2253825" y="3059781"/>
                    <a:pt x="2213792" y="2850557"/>
                    <a:pt x="2124588" y="2695725"/>
                  </a:cubicBezTo>
                  <a:cubicBezTo>
                    <a:pt x="2035412" y="2540863"/>
                    <a:pt x="1888639" y="2459902"/>
                    <a:pt x="1684360" y="2452815"/>
                  </a:cubicBezTo>
                  <a:cubicBezTo>
                    <a:pt x="1534990" y="2447632"/>
                    <a:pt x="1413620" y="2475312"/>
                    <a:pt x="1320221" y="2535853"/>
                  </a:cubicBezTo>
                  <a:cubicBezTo>
                    <a:pt x="1226853" y="2596394"/>
                    <a:pt x="1160927" y="2674379"/>
                    <a:pt x="1122416" y="2769809"/>
                  </a:cubicBezTo>
                  <a:lnTo>
                    <a:pt x="125961" y="2679172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5" name="方能演亦4-21">
              <a:extLst>
                <a:ext uri="{FF2B5EF4-FFF2-40B4-BE49-F238E27FC236}">
                  <a16:creationId xmlns:a16="http://schemas.microsoft.com/office/drawing/2014/main" id="{54E8B8FB-2D8D-11D1-5F6E-635F423D4C12}"/>
                </a:ext>
              </a:extLst>
            </p:cNvPr>
            <p:cNvSpPr/>
            <p:nvPr/>
          </p:nvSpPr>
          <p:spPr>
            <a:xfrm>
              <a:off x="14607183" y="672104"/>
              <a:ext cx="3465758" cy="5062462"/>
            </a:xfrm>
            <a:custGeom>
              <a:avLst/>
              <a:gdLst>
                <a:gd name="connsiteX0" fmla="*/ 467395 w 3465758"/>
                <a:gd name="connsiteY0" fmla="*/ 0 h 5062462"/>
                <a:gd name="connsiteX1" fmla="*/ 3376698 w 3465758"/>
                <a:gd name="connsiteY1" fmla="*/ 65086 h 5062462"/>
                <a:gd name="connsiteX2" fmla="*/ 3356862 w 3465758"/>
                <a:gd name="connsiteY2" fmla="*/ 950794 h 5062462"/>
                <a:gd name="connsiteX3" fmla="*/ 1384410 w 3465758"/>
                <a:gd name="connsiteY3" fmla="*/ 906667 h 5062462"/>
                <a:gd name="connsiteX4" fmla="*/ 1235118 w 3465758"/>
                <a:gd name="connsiteY4" fmla="*/ 1942888 h 5062462"/>
                <a:gd name="connsiteX5" fmla="*/ 1562328 w 3465758"/>
                <a:gd name="connsiteY5" fmla="*/ 1790022 h 5062462"/>
                <a:gd name="connsiteX6" fmla="*/ 1989695 w 3465758"/>
                <a:gd name="connsiteY6" fmla="*/ 1731398 h 5062462"/>
                <a:gd name="connsiteX7" fmla="*/ 3100978 w 3465758"/>
                <a:gd name="connsiteY7" fmla="*/ 2180603 h 5062462"/>
                <a:gd name="connsiteX8" fmla="*/ 3464950 w 3465758"/>
                <a:gd name="connsiteY8" fmla="*/ 3431087 h 5062462"/>
                <a:gd name="connsiteX9" fmla="*/ 2992206 w 3465758"/>
                <a:gd name="connsiteY9" fmla="*/ 4604898 h 5062462"/>
                <a:gd name="connsiteX10" fmla="*/ 1703854 w 3465758"/>
                <a:gd name="connsiteY10" fmla="*/ 5061763 h 5062462"/>
                <a:gd name="connsiteX11" fmla="*/ 482831 w 3465758"/>
                <a:gd name="connsiteY11" fmla="*/ 4642501 h 5062462"/>
                <a:gd name="connsiteX12" fmla="*/ 1817 w 3465758"/>
                <a:gd name="connsiteY12" fmla="*/ 3595601 h 5062462"/>
                <a:gd name="connsiteX13" fmla="*/ 9080 w 3465758"/>
                <a:gd name="connsiteY13" fmla="*/ 3575305 h 5062462"/>
                <a:gd name="connsiteX14" fmla="*/ 1134794 w 3465758"/>
                <a:gd name="connsiteY14" fmla="*/ 3532335 h 5062462"/>
                <a:gd name="connsiteX15" fmla="*/ 1289664 w 3465758"/>
                <a:gd name="connsiteY15" fmla="*/ 3999319 h 5062462"/>
                <a:gd name="connsiteX16" fmla="*/ 1723670 w 3465758"/>
                <a:gd name="connsiteY16" fmla="*/ 4176054 h 5062462"/>
                <a:gd name="connsiteX17" fmla="*/ 2173168 w 3465758"/>
                <a:gd name="connsiteY17" fmla="*/ 3966259 h 5062462"/>
                <a:gd name="connsiteX18" fmla="*/ 2316772 w 3465758"/>
                <a:gd name="connsiteY18" fmla="*/ 3412210 h 5062462"/>
                <a:gd name="connsiteX19" fmla="*/ 2184680 w 3465758"/>
                <a:gd name="connsiteY19" fmla="*/ 2765091 h 5062462"/>
                <a:gd name="connsiteX20" fmla="*/ 1726649 w 3465758"/>
                <a:gd name="connsiteY20" fmla="*/ 2519665 h 5062462"/>
                <a:gd name="connsiteX21" fmla="*/ 1351398 w 3465758"/>
                <a:gd name="connsiteY21" fmla="*/ 2610111 h 5062462"/>
                <a:gd name="connsiteX22" fmla="*/ 1149961 w 3465758"/>
                <a:gd name="connsiteY22" fmla="*/ 2854403 h 5062462"/>
                <a:gd name="connsiteX23" fmla="*/ 119050 w 3465758"/>
                <a:gd name="connsiteY23" fmla="*/ 2773416 h 5062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65758" h="5062462">
                  <a:moveTo>
                    <a:pt x="467395" y="0"/>
                  </a:moveTo>
                  <a:lnTo>
                    <a:pt x="3376698" y="65086"/>
                  </a:lnTo>
                  <a:lnTo>
                    <a:pt x="3356862" y="950794"/>
                  </a:lnTo>
                  <a:lnTo>
                    <a:pt x="1384410" y="906667"/>
                  </a:lnTo>
                  <a:lnTo>
                    <a:pt x="1235118" y="1942888"/>
                  </a:lnTo>
                  <a:cubicBezTo>
                    <a:pt x="1322899" y="1878958"/>
                    <a:pt x="1431950" y="1827991"/>
                    <a:pt x="1562328" y="1790022"/>
                  </a:cubicBezTo>
                  <a:cubicBezTo>
                    <a:pt x="1692709" y="1752022"/>
                    <a:pt x="1835161" y="1732492"/>
                    <a:pt x="1989695" y="1731398"/>
                  </a:cubicBezTo>
                  <a:cubicBezTo>
                    <a:pt x="2475891" y="1733177"/>
                    <a:pt x="2846319" y="1882931"/>
                    <a:pt x="3100978" y="2180603"/>
                  </a:cubicBezTo>
                  <a:cubicBezTo>
                    <a:pt x="3355637" y="2478274"/>
                    <a:pt x="3476940" y="2895102"/>
                    <a:pt x="3464950" y="3431087"/>
                  </a:cubicBezTo>
                  <a:cubicBezTo>
                    <a:pt x="3454533" y="3896663"/>
                    <a:pt x="3296952" y="4287924"/>
                    <a:pt x="2992206" y="4604898"/>
                  </a:cubicBezTo>
                  <a:cubicBezTo>
                    <a:pt x="2687461" y="4921872"/>
                    <a:pt x="2258002" y="5074160"/>
                    <a:pt x="1703854" y="5061763"/>
                  </a:cubicBezTo>
                  <a:cubicBezTo>
                    <a:pt x="1231473" y="5051195"/>
                    <a:pt x="824456" y="4911430"/>
                    <a:pt x="482831" y="4642501"/>
                  </a:cubicBezTo>
                  <a:cubicBezTo>
                    <a:pt x="141210" y="4373541"/>
                    <a:pt x="-19139" y="4024573"/>
                    <a:pt x="1817" y="3595601"/>
                  </a:cubicBezTo>
                  <a:lnTo>
                    <a:pt x="9080" y="3575305"/>
                  </a:lnTo>
                  <a:lnTo>
                    <a:pt x="1134794" y="3532335"/>
                  </a:lnTo>
                  <a:cubicBezTo>
                    <a:pt x="1130374" y="3729918"/>
                    <a:pt x="1182007" y="3885579"/>
                    <a:pt x="1289664" y="3999319"/>
                  </a:cubicBezTo>
                  <a:cubicBezTo>
                    <a:pt x="1397318" y="4113087"/>
                    <a:pt x="1541988" y="4171990"/>
                    <a:pt x="1723670" y="4176054"/>
                  </a:cubicBezTo>
                  <a:cubicBezTo>
                    <a:pt x="1932609" y="4180729"/>
                    <a:pt x="2082451" y="4110797"/>
                    <a:pt x="2173168" y="3966259"/>
                  </a:cubicBezTo>
                  <a:cubicBezTo>
                    <a:pt x="2263883" y="3821721"/>
                    <a:pt x="2311741" y="3637048"/>
                    <a:pt x="2316772" y="3412210"/>
                  </a:cubicBezTo>
                  <a:cubicBezTo>
                    <a:pt x="2322869" y="3139669"/>
                    <a:pt x="2278836" y="2923963"/>
                    <a:pt x="2184680" y="2765091"/>
                  </a:cubicBezTo>
                  <a:cubicBezTo>
                    <a:pt x="2090553" y="2606189"/>
                    <a:pt x="1937846" y="2524390"/>
                    <a:pt x="1726649" y="2519665"/>
                  </a:cubicBezTo>
                  <a:cubicBezTo>
                    <a:pt x="1572222" y="2516210"/>
                    <a:pt x="1447147" y="2546359"/>
                    <a:pt x="1351398" y="2610111"/>
                  </a:cubicBezTo>
                  <a:cubicBezTo>
                    <a:pt x="1255681" y="2673864"/>
                    <a:pt x="1188543" y="2755293"/>
                    <a:pt x="1149961" y="2854403"/>
                  </a:cubicBezTo>
                  <a:lnTo>
                    <a:pt x="119050" y="2773416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86" name="方能演亦4-22">
              <a:extLst>
                <a:ext uri="{FF2B5EF4-FFF2-40B4-BE49-F238E27FC236}">
                  <a16:creationId xmlns:a16="http://schemas.microsoft.com/office/drawing/2014/main" id="{706E97DD-63C4-6B50-DF88-A4C96A9AB8B1}"/>
                </a:ext>
              </a:extLst>
            </p:cNvPr>
            <p:cNvSpPr/>
            <p:nvPr/>
          </p:nvSpPr>
          <p:spPr>
            <a:xfrm>
              <a:off x="14572144" y="604738"/>
              <a:ext cx="3574971" cy="5211634"/>
            </a:xfrm>
            <a:custGeom>
              <a:avLst/>
              <a:gdLst>
                <a:gd name="connsiteX0" fmla="*/ 438970 w 3574971"/>
                <a:gd name="connsiteY0" fmla="*/ 0 h 5211634"/>
                <a:gd name="connsiteX1" fmla="*/ 3443558 w 3574971"/>
                <a:gd name="connsiteY1" fmla="*/ 32543 h 5211634"/>
                <a:gd name="connsiteX2" fmla="*/ 3433627 w 3574971"/>
                <a:gd name="connsiteY2" fmla="*/ 947260 h 5211634"/>
                <a:gd name="connsiteX3" fmla="*/ 1396575 w 3574971"/>
                <a:gd name="connsiteY3" fmla="*/ 925196 h 5211634"/>
                <a:gd name="connsiteX4" fmla="*/ 1254777 w 3574971"/>
                <a:gd name="connsiteY4" fmla="*/ 1996857 h 5211634"/>
                <a:gd name="connsiteX5" fmla="*/ 1590797 w 3574971"/>
                <a:gd name="connsiteY5" fmla="*/ 1835127 h 5211634"/>
                <a:gd name="connsiteX6" fmla="*/ 2031349 w 3574971"/>
                <a:gd name="connsiteY6" fmla="*/ 1769508 h 5211634"/>
                <a:gd name="connsiteX7" fmla="*/ 3184081 w 3574971"/>
                <a:gd name="connsiteY7" fmla="*/ 2220067 h 5211634"/>
                <a:gd name="connsiteX8" fmla="*/ 3574774 w 3574971"/>
                <a:gd name="connsiteY8" fmla="*/ 3506837 h 5211634"/>
                <a:gd name="connsiteX9" fmla="*/ 3100657 w 3574971"/>
                <a:gd name="connsiteY9" fmla="*/ 4724410 h 5211634"/>
                <a:gd name="connsiteX10" fmla="*/ 1775896 w 3574971"/>
                <a:gd name="connsiteY10" fmla="*/ 5211464 h 5211634"/>
                <a:gd name="connsiteX11" fmla="*/ 510213 w 3574971"/>
                <a:gd name="connsiteY11" fmla="*/ 4793128 h 5211634"/>
                <a:gd name="connsiteX12" fmla="*/ 1100 w 3574971"/>
                <a:gd name="connsiteY12" fmla="*/ 3717950 h 5211634"/>
                <a:gd name="connsiteX13" fmla="*/ 8359 w 3574971"/>
                <a:gd name="connsiteY13" fmla="*/ 3696908 h 5211634"/>
                <a:gd name="connsiteX14" fmla="*/ 1170130 w 3574971"/>
                <a:gd name="connsiteY14" fmla="*/ 3639132 h 5211634"/>
                <a:gd name="connsiteX15" fmla="*/ 1335594 w 3574971"/>
                <a:gd name="connsiteY15" fmla="*/ 4119441 h 5211634"/>
                <a:gd name="connsiteX16" fmla="*/ 1785802 w 3574971"/>
                <a:gd name="connsiteY16" fmla="*/ 4296748 h 5211634"/>
                <a:gd name="connsiteX17" fmla="*/ 2247405 w 3574971"/>
                <a:gd name="connsiteY17" fmla="*/ 4074783 h 5211634"/>
                <a:gd name="connsiteX18" fmla="*/ 2389072 w 3574971"/>
                <a:gd name="connsiteY18" fmla="*/ 3501024 h 5211634"/>
                <a:gd name="connsiteX19" fmla="*/ 2244982 w 3574971"/>
                <a:gd name="connsiteY19" fmla="*/ 2834458 h 5211634"/>
                <a:gd name="connsiteX20" fmla="*/ 1769149 w 3574971"/>
                <a:gd name="connsiteY20" fmla="*/ 2586515 h 5211634"/>
                <a:gd name="connsiteX21" fmla="*/ 1382785 w 3574971"/>
                <a:gd name="connsiteY21" fmla="*/ 2684369 h 5211634"/>
                <a:gd name="connsiteX22" fmla="*/ 1177712 w 3574971"/>
                <a:gd name="connsiteY22" fmla="*/ 2938997 h 5211634"/>
                <a:gd name="connsiteX23" fmla="*/ 112349 w 3574971"/>
                <a:gd name="connsiteY23" fmla="*/ 2867659 h 521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574971" h="5211634">
                  <a:moveTo>
                    <a:pt x="438970" y="0"/>
                  </a:moveTo>
                  <a:lnTo>
                    <a:pt x="3443558" y="32543"/>
                  </a:lnTo>
                  <a:lnTo>
                    <a:pt x="3433627" y="947260"/>
                  </a:lnTo>
                  <a:lnTo>
                    <a:pt x="1396575" y="925196"/>
                  </a:lnTo>
                  <a:lnTo>
                    <a:pt x="1254777" y="1996857"/>
                  </a:lnTo>
                  <a:cubicBezTo>
                    <a:pt x="1344649" y="1929805"/>
                    <a:pt x="1456636" y="1875883"/>
                    <a:pt x="1590797" y="1835127"/>
                  </a:cubicBezTo>
                  <a:cubicBezTo>
                    <a:pt x="1724959" y="1794339"/>
                    <a:pt x="1871808" y="1772478"/>
                    <a:pt x="2031349" y="1769508"/>
                  </a:cubicBezTo>
                  <a:cubicBezTo>
                    <a:pt x="2533358" y="1765552"/>
                    <a:pt x="2917604" y="1915759"/>
                    <a:pt x="3184081" y="2220067"/>
                  </a:cubicBezTo>
                  <a:cubicBezTo>
                    <a:pt x="3450560" y="2524374"/>
                    <a:pt x="3580769" y="2953298"/>
                    <a:pt x="3574774" y="3506837"/>
                  </a:cubicBezTo>
                  <a:cubicBezTo>
                    <a:pt x="3569565" y="3987662"/>
                    <a:pt x="3411526" y="4393509"/>
                    <a:pt x="3100657" y="4724410"/>
                  </a:cubicBezTo>
                  <a:cubicBezTo>
                    <a:pt x="2789787" y="5055312"/>
                    <a:pt x="2348193" y="5217663"/>
                    <a:pt x="1775896" y="5211464"/>
                  </a:cubicBezTo>
                  <a:cubicBezTo>
                    <a:pt x="1288044" y="5206181"/>
                    <a:pt x="866139" y="5066724"/>
                    <a:pt x="510213" y="4793128"/>
                  </a:cubicBezTo>
                  <a:cubicBezTo>
                    <a:pt x="154289" y="4519501"/>
                    <a:pt x="-15424" y="4161107"/>
                    <a:pt x="1100" y="3717950"/>
                  </a:cubicBezTo>
                  <a:lnTo>
                    <a:pt x="8359" y="3696908"/>
                  </a:lnTo>
                  <a:lnTo>
                    <a:pt x="1170130" y="3639132"/>
                  </a:lnTo>
                  <a:cubicBezTo>
                    <a:pt x="1167919" y="3843186"/>
                    <a:pt x="1223083" y="4003289"/>
                    <a:pt x="1335594" y="4119441"/>
                  </a:cubicBezTo>
                  <a:cubicBezTo>
                    <a:pt x="1448100" y="4235622"/>
                    <a:pt x="1598170" y="4294715"/>
                    <a:pt x="1785802" y="4296748"/>
                  </a:cubicBezTo>
                  <a:cubicBezTo>
                    <a:pt x="2001586" y="4299085"/>
                    <a:pt x="2155462" y="4225096"/>
                    <a:pt x="2247405" y="4074783"/>
                  </a:cubicBezTo>
                  <a:cubicBezTo>
                    <a:pt x="2339344" y="3924468"/>
                    <a:pt x="2386558" y="3733227"/>
                    <a:pt x="2389072" y="3501024"/>
                  </a:cubicBezTo>
                  <a:cubicBezTo>
                    <a:pt x="2392120" y="3219558"/>
                    <a:pt x="2344088" y="2997368"/>
                    <a:pt x="2244982" y="2834458"/>
                  </a:cubicBezTo>
                  <a:cubicBezTo>
                    <a:pt x="2145904" y="2671514"/>
                    <a:pt x="1987261" y="2588877"/>
                    <a:pt x="1769149" y="2586515"/>
                  </a:cubicBezTo>
                  <a:cubicBezTo>
                    <a:pt x="1609663" y="2584787"/>
                    <a:pt x="1480884" y="2617406"/>
                    <a:pt x="1382785" y="2684369"/>
                  </a:cubicBezTo>
                  <a:cubicBezTo>
                    <a:pt x="1284717" y="2751334"/>
                    <a:pt x="1216369" y="2836208"/>
                    <a:pt x="1177712" y="2938997"/>
                  </a:cubicBezTo>
                  <a:lnTo>
                    <a:pt x="112349" y="2867659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  <p:sp>
          <p:nvSpPr>
            <p:cNvPr id="165" name="方能演亦4-23">
              <a:extLst>
                <a:ext uri="{FF2B5EF4-FFF2-40B4-BE49-F238E27FC236}">
                  <a16:creationId xmlns:a16="http://schemas.microsoft.com/office/drawing/2014/main" id="{CC8AC479-469D-C1EC-991E-EAE1E9E16A15}"/>
                </a:ext>
              </a:extLst>
            </p:cNvPr>
            <p:cNvSpPr/>
            <p:nvPr/>
          </p:nvSpPr>
          <p:spPr>
            <a:xfrm>
              <a:off x="14536918" y="537372"/>
              <a:ext cx="3684787" cy="5361166"/>
            </a:xfrm>
            <a:custGeom>
              <a:avLst/>
              <a:gdLst>
                <a:gd name="connsiteX0" fmla="*/ 415609 w 3728510"/>
                <a:gd name="connsiteY0" fmla="*/ 0 h 5424778"/>
                <a:gd name="connsiteX1" fmla="*/ 3552251 w 3728510"/>
                <a:gd name="connsiteY1" fmla="*/ 0 h 5424778"/>
                <a:gd name="connsiteX2" fmla="*/ 3552239 w 3728510"/>
                <a:gd name="connsiteY2" fmla="*/ 954923 h 5424778"/>
                <a:gd name="connsiteX3" fmla="*/ 1425648 w 3728510"/>
                <a:gd name="connsiteY3" fmla="*/ 954923 h 5424778"/>
                <a:gd name="connsiteX4" fmla="*/ 1289751 w 3728510"/>
                <a:gd name="connsiteY4" fmla="*/ 2075160 h 5424778"/>
                <a:gd name="connsiteX5" fmla="*/ 1638670 w 3728510"/>
                <a:gd name="connsiteY5" fmla="*/ 1902542 h 5424778"/>
                <a:gd name="connsiteX6" fmla="*/ 2097790 w 3728510"/>
                <a:gd name="connsiteY6" fmla="*/ 1829066 h 5424778"/>
                <a:gd name="connsiteX7" fmla="*/ 3306145 w 3728510"/>
                <a:gd name="connsiteY7" fmla="*/ 2286341 h 5424778"/>
                <a:gd name="connsiteX8" fmla="*/ 3728510 w 3728510"/>
                <a:gd name="connsiteY8" fmla="*/ 3625096 h 5424778"/>
                <a:gd name="connsiteX9" fmla="*/ 3247378 w 3728510"/>
                <a:gd name="connsiteY9" fmla="*/ 4901398 h 5424778"/>
                <a:gd name="connsiteX10" fmla="*/ 1870056 w 3728510"/>
                <a:gd name="connsiteY10" fmla="*/ 5424778 h 5424778"/>
                <a:gd name="connsiteX11" fmla="*/ 544165 w 3728510"/>
                <a:gd name="connsiteY11" fmla="*/ 5002415 h 5424778"/>
                <a:gd name="connsiteX12" fmla="*/ 581 w 3728510"/>
                <a:gd name="connsiteY12" fmla="*/ 3885865 h 5424778"/>
                <a:gd name="connsiteX13" fmla="*/ 7919 w 3728510"/>
                <a:gd name="connsiteY13" fmla="*/ 3863819 h 5424778"/>
                <a:gd name="connsiteX14" fmla="*/ 1219961 w 3728510"/>
                <a:gd name="connsiteY14" fmla="*/ 3790376 h 5424778"/>
                <a:gd name="connsiteX15" fmla="*/ 1398107 w 3728510"/>
                <a:gd name="connsiteY15" fmla="*/ 4289867 h 5424778"/>
                <a:gd name="connsiteX16" fmla="*/ 1870056 w 3728510"/>
                <a:gd name="connsiteY16" fmla="*/ 4469855 h 5424778"/>
                <a:gd name="connsiteX17" fmla="*/ 2349379 w 3728510"/>
                <a:gd name="connsiteY17" fmla="*/ 4232942 h 5424778"/>
                <a:gd name="connsiteX18" fmla="*/ 2490770 w 3728510"/>
                <a:gd name="connsiteY18" fmla="*/ 3632434 h 5424778"/>
                <a:gd name="connsiteX19" fmla="*/ 2332828 w 3728510"/>
                <a:gd name="connsiteY19" fmla="*/ 2938279 h 5424778"/>
                <a:gd name="connsiteX20" fmla="*/ 1833335 w 3728510"/>
                <a:gd name="connsiteY20" fmla="*/ 2684848 h 5424778"/>
                <a:gd name="connsiteX21" fmla="*/ 1431142 w 3728510"/>
                <a:gd name="connsiteY21" fmla="*/ 2791360 h 5424778"/>
                <a:gd name="connsiteX22" fmla="*/ 1219961 w 3728510"/>
                <a:gd name="connsiteY22" fmla="*/ 3059467 h 5424778"/>
                <a:gd name="connsiteX23" fmla="*/ 107093 w 3728510"/>
                <a:gd name="connsiteY23" fmla="*/ 2997047 h 5424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28510" h="5424778">
                  <a:moveTo>
                    <a:pt x="415609" y="0"/>
                  </a:moveTo>
                  <a:lnTo>
                    <a:pt x="3552251" y="0"/>
                  </a:lnTo>
                  <a:lnTo>
                    <a:pt x="3552239" y="954923"/>
                  </a:lnTo>
                  <a:lnTo>
                    <a:pt x="1425648" y="954923"/>
                  </a:lnTo>
                  <a:lnTo>
                    <a:pt x="1289751" y="2075160"/>
                  </a:lnTo>
                  <a:cubicBezTo>
                    <a:pt x="1382805" y="2004152"/>
                    <a:pt x="1499090" y="1946601"/>
                    <a:pt x="1638670" y="1902542"/>
                  </a:cubicBezTo>
                  <a:cubicBezTo>
                    <a:pt x="1778253" y="1858450"/>
                    <a:pt x="1931291" y="1833969"/>
                    <a:pt x="2097790" y="1829066"/>
                  </a:cubicBezTo>
                  <a:cubicBezTo>
                    <a:pt x="2621762" y="1819261"/>
                    <a:pt x="3024547" y="1971708"/>
                    <a:pt x="3306145" y="2286341"/>
                  </a:cubicBezTo>
                  <a:cubicBezTo>
                    <a:pt x="3587744" y="2600974"/>
                    <a:pt x="3728510" y="3047226"/>
                    <a:pt x="3728510" y="3625096"/>
                  </a:cubicBezTo>
                  <a:cubicBezTo>
                    <a:pt x="3728510" y="4127055"/>
                    <a:pt x="3568131" y="4552478"/>
                    <a:pt x="3247378" y="4901398"/>
                  </a:cubicBezTo>
                  <a:cubicBezTo>
                    <a:pt x="2926623" y="5250318"/>
                    <a:pt x="2467507" y="5424778"/>
                    <a:pt x="1870056" y="5424778"/>
                  </a:cubicBezTo>
                  <a:cubicBezTo>
                    <a:pt x="1360759" y="5424778"/>
                    <a:pt x="918784" y="5283979"/>
                    <a:pt x="544165" y="5002415"/>
                  </a:cubicBezTo>
                  <a:cubicBezTo>
                    <a:pt x="169546" y="4720818"/>
                    <a:pt x="-11658" y="4348634"/>
                    <a:pt x="581" y="3885865"/>
                  </a:cubicBezTo>
                  <a:lnTo>
                    <a:pt x="7919" y="3863819"/>
                  </a:lnTo>
                  <a:lnTo>
                    <a:pt x="1219961" y="3790376"/>
                  </a:lnTo>
                  <a:cubicBezTo>
                    <a:pt x="1219961" y="4003399"/>
                    <a:pt x="1279353" y="4169896"/>
                    <a:pt x="1398107" y="4289867"/>
                  </a:cubicBezTo>
                  <a:cubicBezTo>
                    <a:pt x="1516858" y="4409869"/>
                    <a:pt x="1674177" y="4469855"/>
                    <a:pt x="1870056" y="4469855"/>
                  </a:cubicBezTo>
                  <a:cubicBezTo>
                    <a:pt x="2095323" y="4469855"/>
                    <a:pt x="2255106" y="4390884"/>
                    <a:pt x="2349379" y="4232942"/>
                  </a:cubicBezTo>
                  <a:cubicBezTo>
                    <a:pt x="2443651" y="4075000"/>
                    <a:pt x="2490770" y="3874842"/>
                    <a:pt x="2490770" y="3632434"/>
                  </a:cubicBezTo>
                  <a:cubicBezTo>
                    <a:pt x="2490770" y="3338595"/>
                    <a:pt x="2438121" y="3107210"/>
                    <a:pt x="2332828" y="2938279"/>
                  </a:cubicBezTo>
                  <a:cubicBezTo>
                    <a:pt x="2227565" y="2769314"/>
                    <a:pt x="2061034" y="2684848"/>
                    <a:pt x="1833335" y="2684848"/>
                  </a:cubicBezTo>
                  <a:cubicBezTo>
                    <a:pt x="1666838" y="2684848"/>
                    <a:pt x="1532785" y="2720352"/>
                    <a:pt x="1431142" y="2791360"/>
                  </a:cubicBezTo>
                  <a:cubicBezTo>
                    <a:pt x="1329533" y="2862368"/>
                    <a:pt x="1259149" y="2951736"/>
                    <a:pt x="1219961" y="3059467"/>
                  </a:cubicBezTo>
                  <a:lnTo>
                    <a:pt x="107093" y="2997047"/>
                  </a:lnTo>
                </a:path>
              </a:pathLst>
            </a:custGeom>
            <a:noFill/>
            <a:ln w="22225">
              <a:gradFill flip="none" rotWithShape="1">
                <a:gsLst>
                  <a:gs pos="21000">
                    <a:schemeClr val="accent1">
                      <a:alpha val="28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8800" b="1"/>
            </a:p>
          </p:txBody>
        </p:sp>
      </p:grpSp>
      <p:grpSp>
        <p:nvGrpSpPr>
          <p:cNvPr id="131" name="方能演亦5">
            <a:extLst>
              <a:ext uri="{FF2B5EF4-FFF2-40B4-BE49-F238E27FC236}">
                <a16:creationId xmlns:a16="http://schemas.microsoft.com/office/drawing/2014/main" id="{477E26D2-FB78-CD3B-DA07-BF7445BF36DF}"/>
              </a:ext>
            </a:extLst>
          </p:cNvPr>
          <p:cNvGrpSpPr/>
          <p:nvPr/>
        </p:nvGrpSpPr>
        <p:grpSpPr>
          <a:xfrm>
            <a:off x="2564908" y="2525646"/>
            <a:ext cx="7062184" cy="1621078"/>
            <a:chOff x="8836995" y="-2406516"/>
            <a:chExt cx="7062184" cy="1621078"/>
          </a:xfrm>
        </p:grpSpPr>
        <p:sp>
          <p:nvSpPr>
            <p:cNvPr id="107" name="方能演亦5-1">
              <a:extLst>
                <a:ext uri="{FF2B5EF4-FFF2-40B4-BE49-F238E27FC236}">
                  <a16:creationId xmlns:a16="http://schemas.microsoft.com/office/drawing/2014/main" id="{F7958C9B-ABA0-C810-E100-4DC9C5730D80}"/>
                </a:ext>
              </a:extLst>
            </p:cNvPr>
            <p:cNvSpPr/>
            <p:nvPr/>
          </p:nvSpPr>
          <p:spPr>
            <a:xfrm>
              <a:off x="8836995" y="-2406516"/>
              <a:ext cx="7062184" cy="1621078"/>
            </a:xfrm>
            <a:prstGeom prst="rect">
              <a:avLst/>
            </a:prstGeom>
            <a:gradFill>
              <a:gsLst>
                <a:gs pos="15000">
                  <a:srgbClr val="FFFFFF">
                    <a:alpha val="80000"/>
                  </a:srgbClr>
                </a:gs>
                <a:gs pos="100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accent1">
                    <a:lumMod val="0"/>
                    <a:lumOff val="100000"/>
                    <a:alpha val="0"/>
                  </a:schemeClr>
                </a:gs>
                <a:gs pos="85000">
                  <a:schemeClr val="accent1">
                    <a:lumMod val="0"/>
                    <a:lumOff val="100000"/>
                    <a:alpha val="80000"/>
                  </a:schemeClr>
                </a:gs>
                <a:gs pos="50000">
                  <a:schemeClr val="accent1">
                    <a:lumMod val="0"/>
                    <a:lumOff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7169F217-B931-9131-AD7B-014235F515ED}"/>
                </a:ext>
              </a:extLst>
            </p:cNvPr>
            <p:cNvGrpSpPr/>
            <p:nvPr/>
          </p:nvGrpSpPr>
          <p:grpSpPr>
            <a:xfrm>
              <a:off x="9235268" y="-2235752"/>
              <a:ext cx="6265638" cy="1279551"/>
              <a:chOff x="2963181" y="2842237"/>
              <a:chExt cx="6265638" cy="1279551"/>
            </a:xfrm>
          </p:grpSpPr>
          <p:sp>
            <p:nvSpPr>
              <p:cNvPr id="110" name="方能演亦5-2">
                <a:extLst>
                  <a:ext uri="{FF2B5EF4-FFF2-40B4-BE49-F238E27FC236}">
                    <a16:creationId xmlns:a16="http://schemas.microsoft.com/office/drawing/2014/main" id="{56B19D57-1419-4784-1FD7-95A2BDD00BBA}"/>
                  </a:ext>
                </a:extLst>
              </p:cNvPr>
              <p:cNvSpPr txBox="1"/>
              <p:nvPr/>
            </p:nvSpPr>
            <p:spPr>
              <a:xfrm>
                <a:off x="2963181" y="3260014"/>
                <a:ext cx="626563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5000" b="1">
                    <a:gradFill flip="none" rotWithShape="1">
                      <a:gsLst>
                        <a:gs pos="90000">
                          <a:schemeClr val="accent1">
                            <a:lumMod val="60000"/>
                            <a:lumOff val="40000"/>
                          </a:schemeClr>
                        </a:gs>
                        <a:gs pos="7000">
                          <a:schemeClr val="accent1"/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rPr>
                  <a:t>文字文字二</a:t>
                </a:r>
                <a:endParaRPr lang="zh-CN" altLang="en-US" sz="5000" b="1" dirty="0">
                  <a:gradFill flip="none" rotWithShape="1">
                    <a:gsLst>
                      <a:gs pos="90000">
                        <a:schemeClr val="accent1">
                          <a:lumMod val="60000"/>
                          <a:lumOff val="40000"/>
                        </a:schemeClr>
                      </a:gs>
                      <a:gs pos="7000">
                        <a:schemeClr val="accent1"/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</a:endParaRPr>
              </a:p>
            </p:txBody>
          </p:sp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DE38E206-FEEB-5037-9445-D5C6712EAAD9}"/>
                  </a:ext>
                </a:extLst>
              </p:cNvPr>
              <p:cNvGrpSpPr/>
              <p:nvPr/>
            </p:nvGrpSpPr>
            <p:grpSpPr>
              <a:xfrm>
                <a:off x="3297479" y="2842237"/>
                <a:ext cx="5597042" cy="400110"/>
                <a:chOff x="3372870" y="2842237"/>
                <a:chExt cx="5597042" cy="400110"/>
              </a:xfrm>
            </p:grpSpPr>
            <p:sp>
              <p:nvSpPr>
                <p:cNvPr id="109" name="方能演亦5-3">
                  <a:extLst>
                    <a:ext uri="{FF2B5EF4-FFF2-40B4-BE49-F238E27FC236}">
                      <a16:creationId xmlns:a16="http://schemas.microsoft.com/office/drawing/2014/main" id="{F32FFEAD-AC0E-C6BC-7551-6AAEE0476203}"/>
                    </a:ext>
                  </a:extLst>
                </p:cNvPr>
                <p:cNvSpPr txBox="1"/>
                <p:nvPr/>
              </p:nvSpPr>
              <p:spPr>
                <a:xfrm>
                  <a:off x="5390341" y="2842237"/>
                  <a:ext cx="15621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/>
                    <a:t>PART TWO</a:t>
                  </a:r>
                  <a:endParaRPr lang="zh-CN" altLang="en-US" sz="2000" b="1" dirty="0"/>
                </a:p>
              </p:txBody>
            </p:sp>
            <p:cxnSp>
              <p:nvCxnSpPr>
                <p:cNvPr id="112" name="方能演亦5-4">
                  <a:extLst>
                    <a:ext uri="{FF2B5EF4-FFF2-40B4-BE49-F238E27FC236}">
                      <a16:creationId xmlns:a16="http://schemas.microsoft.com/office/drawing/2014/main" id="{CADBEAA6-B003-6811-32A3-CB9A5B9817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06101" y="3042292"/>
                  <a:ext cx="2063811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方能演亦5-5">
                  <a:extLst>
                    <a:ext uri="{FF2B5EF4-FFF2-40B4-BE49-F238E27FC236}">
                      <a16:creationId xmlns:a16="http://schemas.microsoft.com/office/drawing/2014/main" id="{D0E67408-925E-B498-FA26-B00D8C5A74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72870" y="3042292"/>
                  <a:ext cx="2063811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29381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19C98D-133A-CAC0-6388-15704228677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71800" y="2276475"/>
            <a:ext cx="60728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800" spc="100">
                <a:solidFill>
                  <a:schemeClr val="tx2"/>
                </a:solidFill>
                <a:uFillTx/>
                <a:latin typeface="Arial Bold" panose="020B0604020202090204" charset="0"/>
                <a:ea typeface="Microsoft YaHei Bold" panose="020B0703020204020201" charset="-122"/>
                <a:cs typeface="Arial Bold" panose="020B0604020202090204" charset="0"/>
              </a:rPr>
              <a:t>   THANKS</a:t>
            </a:r>
            <a:r>
              <a:rPr lang="zh-CN" altLang="en-US" sz="6800" spc="100">
                <a:solidFill>
                  <a:schemeClr val="tx2"/>
                </a:solidFill>
                <a:uFillTx/>
                <a:latin typeface="Arial Bold" panose="020B0604020202090204" charset="0"/>
                <a:ea typeface="Microsoft YaHei Bold" panose="020B0703020204020201" charset="-122"/>
                <a:cs typeface="Arial Bold" panose="020B0604020202090204" charset="0"/>
              </a:rPr>
              <a:t>！</a:t>
            </a:r>
          </a:p>
          <a:p>
            <a:pPr algn="ctr"/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+mn-ea"/>
                <a:cs typeface="+mn-ea"/>
                <a:sym typeface="+mn-lt"/>
              </a:rPr>
              <a:t>AI+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latin typeface="+mn-ea"/>
                <a:cs typeface="+mn-ea"/>
                <a:sym typeface="+mn-lt"/>
              </a:rPr>
              <a:t>更多期待</a:t>
            </a:r>
            <a:endParaRPr lang="zh-CN" altLang="en-US" sz="1600" spc="100" dirty="0">
              <a:solidFill>
                <a:schemeClr val="bg1">
                  <a:lumMod val="50000"/>
                </a:schemeClr>
              </a:solidFill>
              <a:uFillTx/>
              <a:latin typeface="+mn-ea"/>
              <a:ea typeface="Microsoft YaHei Bold" panose="020B0703020204020201" charset="-122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FE325C-0A49-660F-ED4F-67A65689842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3388" y="6196797"/>
            <a:ext cx="997847" cy="34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crosoft YaHei Regular" panose="020B0503020204020204" charset="-122"/>
                <a:ea typeface="Microsoft YaHei Regular" panose="020B0503020204020204" charset="-122"/>
                <a:cs typeface="Microsoft YaHei Regular" panose="020B0503020204020204" charset="-122"/>
              </a:rPr>
              <a:t>彩讯股份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3AE212E-9FDD-8207-8CB5-5246AC2E98D8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533400" y="6124407"/>
            <a:ext cx="316865" cy="0"/>
          </a:xfrm>
          <a:prstGeom prst="line">
            <a:avLst/>
          </a:prstGeom>
          <a:ln w="38100">
            <a:solidFill>
              <a:srgbClr val="FD68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675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  <p:tag name="RESOURCE_RECORD_KEY" val="{&quot;10&quot;:[50044068,21572629],&quot;65&quot;:[2023108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彩讯科技">
  <a:themeElements>
    <a:clrScheme name="彩讯科技">
      <a:dk1>
        <a:srgbClr val="404040"/>
      </a:dk1>
      <a:lt1>
        <a:sysClr val="window" lastClr="FFFFFF"/>
      </a:lt1>
      <a:dk2>
        <a:srgbClr val="44546A"/>
      </a:dk2>
      <a:lt2>
        <a:srgbClr val="E7E6E6"/>
      </a:lt2>
      <a:accent1>
        <a:srgbClr val="FF642A"/>
      </a:accent1>
      <a:accent2>
        <a:srgbClr val="FBE5D6"/>
      </a:accent2>
      <a:accent3>
        <a:srgbClr val="A5A5A5"/>
      </a:accent3>
      <a:accent4>
        <a:srgbClr val="FFC000"/>
      </a:accent4>
      <a:accent5>
        <a:srgbClr val="404040"/>
      </a:accent5>
      <a:accent6>
        <a:srgbClr val="404040"/>
      </a:accent6>
      <a:hlink>
        <a:srgbClr val="404040"/>
      </a:hlink>
      <a:folHlink>
        <a:srgbClr val="404040"/>
      </a:folHlink>
    </a:clrScheme>
    <a:fontScheme name="WPS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>
          <a:gradFill flip="none" rotWithShape="1">
            <a:gsLst>
              <a:gs pos="0">
                <a:schemeClr val="accent1"/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</a:ln>
      </a:spPr>
      <a:bodyPr wrap="square" lIns="72000" tIns="72000" rIns="72000" bIns="72000" anchor="ctr">
        <a:noAutofit/>
      </a:bodyPr>
      <a:lstStyle>
        <a:defPPr marL="0" marR="0" indent="0" algn="l" defTabSz="913765" rtl="0" eaLnBrk="1" fontAlgn="auto" latinLnBrk="0" hangingPunct="1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1" i="0" u="none" strike="noStrike" kern="1200" cap="none" spc="0" normalizeH="0" baseline="0" noProof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Microsoft YaHei"/>
            <a:ea typeface="Microsoft YaHei"/>
            <a:cs typeface="微软雅黑" panose="020B0503020204020204" charset="-122"/>
            <a:sym typeface="+mn-ea"/>
          </a:defRPr>
        </a:defPPr>
      </a:lstStyle>
    </a:spDef>
    <a:txDef>
      <a:spPr>
        <a:noFill/>
      </a:spPr>
      <a:bodyPr wrap="square" lIns="108000" rtlCol="0">
        <a:spAutoFit/>
      </a:bodyPr>
      <a:lstStyle>
        <a:defPPr algn="l">
          <a:lnSpc>
            <a:spcPct val="120000"/>
          </a:lnSpc>
          <a:defRPr sz="1600" smtClean="0">
            <a:solidFill>
              <a:schemeClr val="tx2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基于通用数据大模型（LDM）的行业数据智能赋能方案.pptx" id="{DD3FF0F2-949B-415A-BDD8-7B744D8C58EB}" vid="{ABA021D7-90C9-430F-A162-60542872D83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基于通用数据大模型（LDM）的行业数据智能赋能方案</Template>
  <TotalTime>3145</TotalTime>
  <Words>88</Words>
  <Application>Microsoft Office PowerPoint</Application>
  <PresentationFormat>宽屏</PresentationFormat>
  <Paragraphs>17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Microsoft YaHei Bold</vt:lpstr>
      <vt:lpstr>Microsoft YaHei Regular</vt:lpstr>
      <vt:lpstr>Microsoft YaHei UI</vt:lpstr>
      <vt:lpstr>Microsoft YaHei</vt:lpstr>
      <vt:lpstr>Microsoft YaHei</vt:lpstr>
      <vt:lpstr>Arial</vt:lpstr>
      <vt:lpstr>Arial Bold</vt:lpstr>
      <vt:lpstr>Bebas Neue</vt:lpstr>
      <vt:lpstr>彩讯科技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亿光 熊</dc:creator>
  <cp:lastModifiedBy>亿光 熊</cp:lastModifiedBy>
  <cp:revision>123</cp:revision>
  <cp:lastPrinted>2025-08-13T08:08:45Z</cp:lastPrinted>
  <dcterms:created xsi:type="dcterms:W3CDTF">2026-01-07T06:38:52Z</dcterms:created>
  <dcterms:modified xsi:type="dcterms:W3CDTF">2026-08-30T03:31:02Z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BF57028E1B524A348C19E3E7AC496D43_13</vt:lpwstr>
  </property>
</Properties>
</file>