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147308904" r:id="rId2"/>
  </p:sldIdLst>
  <p:sldSz cx="12192000" cy="6858000"/>
  <p:notesSz cx="7104063" cy="10234613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建议做法" id="{83770F4B-6917-48A5-B176-EBB30CF1D442}">
          <p14:sldIdLst>
            <p14:sldId id="2147308904"/>
          </p14:sldIdLst>
        </p14:section>
      </p14:sectionLst>
    </p:ex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423" userDrawn="1">
          <p15:clr>
            <a:srgbClr val="A4A3A4"/>
          </p15:clr>
        </p15:guide>
        <p15:guide id="3" pos="347" userDrawn="1">
          <p15:clr>
            <a:srgbClr val="A4A3A4"/>
          </p15:clr>
        </p15:guide>
        <p15:guide id="5" orient="horz" pos="595" userDrawn="1">
          <p15:clr>
            <a:srgbClr val="A4A3A4"/>
          </p15:clr>
        </p15:guide>
        <p15:guide id="6" orient="horz" pos="4110" userDrawn="1">
          <p15:clr>
            <a:srgbClr val="A4A3A4"/>
          </p15:clr>
        </p15:guide>
        <p15:guide id="7" orient="horz" pos="2001" userDrawn="1">
          <p15:clr>
            <a:srgbClr val="A4A3A4"/>
          </p15:clr>
        </p15:guide>
        <p15:guide id="8" orient="horz" pos="1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557" name="未知用户348" initials="未" lastIdx="10" clrIdx="0"/>
  <p:cmAuthor id="1" name="Wangzhi gang" initials="Wg" lastIdx="1" clrIdx="0"/>
  <p:cmAuthor id="558" name="未知用户148" initials="未" lastIdx="1" clrIdx="0"/>
  <p:cmAuthor id="2" name="作者" initials="A" lastIdx="0" clrIdx="1"/>
  <p:cmAuthor id="559" name="未知用户195" initials="未" lastIdx="1" clrIdx="0"/>
  <p:cmAuthor id="3" name="lenovo" initials="l" lastIdx="6" clrIdx="2"/>
  <p:cmAuthor id="560" name="未知用户207" initials="未" lastIdx="3" clrIdx="1"/>
  <p:cmAuthor id="353158055" name="韩雨" initials="韩" lastIdx="0" clrIdx="0"/>
  <p:cmAuthor id="4" name="Administrator" initials="A" lastIdx="4" clrIdx="3"/>
  <p:cmAuthor id="561" name="未知用户208" initials="未" lastIdx="1" clrIdx="0"/>
  <p:cmAuthor id="5" name="宋洁然" initials="宋" lastIdx="2" clrIdx="1"/>
  <p:cmAuthor id="562" name="未知用户198" initials="未" lastIdx="1" clrIdx="0"/>
  <p:cmAuthor id="6" name="ming qiu" initials="m" lastIdx="17" clrIdx="1"/>
  <p:cmAuthor id="563" name="未知用户209" initials="未" lastIdx="1" clrIdx="0"/>
  <p:cmAuthor id="7" name="1206988966@qq.com" initials="1" lastIdx="1" clrIdx="2"/>
  <p:cmAuthor id="564" name="未知用户289" initials="未" lastIdx="1" clrIdx="0"/>
  <p:cmAuthor id="8" name="姜伟光" initials="姜" lastIdx="1" clrIdx="0"/>
  <p:cmAuthor id="565" name="未知用户206" initials="未" lastIdx="6" clrIdx="0"/>
  <p:cmAuthor id="9" name="ylmfeng" initials="y" lastIdx="1" clrIdx="8"/>
  <p:cmAuthor id="566" name="未知的使用者207" initials="未" lastIdx="1" clrIdx="0"/>
  <p:cmAuthor id="10" name="THINK" initials="T" lastIdx="2" clrIdx="9"/>
  <p:cmAuthor id="567" name="未知的使用者208" initials="未" lastIdx="1" clrIdx="0"/>
  <p:cmAuthor id="11" name="朱磊" initials="朱" lastIdx="2" clrIdx="10"/>
  <p:cmAuthor id="568" name="未知的使用者188" initials="未" lastIdx="1" clrIdx="0"/>
  <p:cmAuthor id="12" name="Windows 用户" initials="W用" lastIdx="8" clrIdx="12"/>
  <p:cmAuthor id="569" name="未知的使用者189" initials="未" lastIdx="2" clrIdx="0"/>
  <p:cmAuthor id="13" name="殷格非" initials="" lastIdx="2" clrIdx="0"/>
  <p:cmAuthor id="570" name="未知的使用者190" initials="未" lastIdx="1" clrIdx="1"/>
  <p:cmAuthor id="14" name="熊文剑" initials="熊" lastIdx="1" clrIdx="13"/>
  <p:cmAuthor id="571" name="未知的使用者191" initials="未" lastIdx="1" clrIdx="0"/>
  <p:cmAuthor id="15" name="10247451" initials="1" lastIdx="39" clrIdx="14"/>
  <p:cmAuthor id="191251535" name="沈霄雷" initials="沈" lastIdx="833089" clrIdx="0"/>
  <p:cmAuthor id="572" name="未知的使用者192" initials="未" lastIdx="1" clrIdx="0"/>
  <p:cmAuthor id="16" name="CMIC2021" initials="C" lastIdx="2" clrIdx="15"/>
  <p:cmAuthor id="191251536" name="张钰" initials="张" lastIdx="1" clrIdx="25"/>
  <p:cmAuthor id="573" name="未知的使用者193" initials="未" lastIdx="2" clrIdx="0"/>
  <p:cmAuthor id="17" name="00035181" initials="0" lastIdx="1" clrIdx="16"/>
  <p:cmAuthor id="191251537" name="高 凡" initials="高" lastIdx="1" clrIdx="36"/>
  <p:cmAuthor id="574" name="未知的使用者209" initials="未" lastIdx="8" clrIdx="0"/>
  <p:cmAuthor id="18" name="张燕" initials="MSOffice" lastIdx="1" clrIdx="17"/>
  <p:cmAuthor id="575" name="未知用户146" initials="未" lastIdx="5" clrIdx="1"/>
  <p:cmAuthor id="19" name="Saku Uchikawa" initials="S" lastIdx="11" clrIdx="0"/>
  <p:cmAuthor id="191251539" name="席琛" initials="" lastIdx="0" clrIdx="58"/>
  <p:cmAuthor id="576" name="未知用户94" initials="未" lastIdx="0" clrIdx="1"/>
  <p:cmAuthor id="20" name="00065088" initials="0" lastIdx="2" clrIdx="19"/>
  <p:cmAuthor id="577" name="未知用户118" initials="未" lastIdx="1" clrIdx="0"/>
  <p:cmAuthor id="21" name="10066351" initials="1" lastIdx="2" clrIdx="0"/>
  <p:cmAuthor id="578" name="未知用户147" initials="未" lastIdx="0" clrIdx="1"/>
  <p:cmAuthor id="22" name="蔡建楠" initials="caijianna" lastIdx="15" clrIdx="17"/>
  <p:cmAuthor id="579" name="未知的使用者96" initials="未" lastIdx="1" clrIdx="0"/>
  <p:cmAuthor id="23" name="Author" initials="A" lastIdx="0" clrIdx="22"/>
  <p:cmAuthor id="580" name="未知用户255" initials="未" lastIdx="1" clrIdx="1"/>
  <p:cmAuthor id="24" name="李蕾00009994" initials="李" lastIdx="6" clrIdx="17"/>
  <p:cmAuthor id="581" name="未知的使用者153" initials="未" lastIdx="1" clrIdx="0"/>
  <p:cmAuthor id="25" name="10118178" initials="1" lastIdx="1" clrIdx="24"/>
  <p:cmAuthor id="582" name="未知的使用者154" initials="未" lastIdx="1" clrIdx="0"/>
  <p:cmAuthor id="26" name="10270945" initials="1" lastIdx="2" clrIdx="25"/>
  <p:cmAuthor id="583" name="未知的使用者156" initials="未" lastIdx="1" clrIdx="0"/>
  <p:cmAuthor id="27" name="王丽（IT）" initials="王" lastIdx="2" clrIdx="26"/>
  <p:cmAuthor id="584" name="未知的使用者157" initials="未" lastIdx="1" clrIdx="0"/>
  <p:cmAuthor id="28" name="Hou Yingfeng" initials="H" lastIdx="10" clrIdx="23"/>
  <p:cmAuthor id="585" name="未知用户246" initials="未" lastIdx="1" clrIdx="0"/>
  <p:cmAuthor id="29" name="张馨玲" initials="张" lastIdx="1" clrIdx="28"/>
  <p:cmAuthor id="586" name="未知的使用者129" initials="未" lastIdx="1" clrIdx="0"/>
  <p:cmAuthor id="30" name="Q" initials="Q" lastIdx="1" clrIdx="29"/>
  <p:cmAuthor id="587" name="未知用户257" initials="未" lastIdx="1" clrIdx="0"/>
  <p:cmAuthor id="31" name="admin" initials="a" lastIdx="6" clrIdx="30"/>
  <p:cmAuthor id="588" name="未知的使用者164" initials="未" lastIdx="8" clrIdx="0"/>
  <p:cmAuthor id="32" name="李楠10047711" initials="李楠10047711" lastIdx="2" clrIdx="31"/>
  <p:cmAuthor id="589" name="未知的使用者172" initials="未" lastIdx="1" clrIdx="0"/>
  <p:cmAuthor id="33" name="10045953" initials="1" lastIdx="4" clrIdx="32"/>
  <p:cmAuthor id="590" name="未知的使用者174" initials="未" lastIdx="1" clrIdx="0"/>
  <p:cmAuthor id="34" name="未知用户6" initials="未知用户6" lastIdx="1" clrIdx="9"/>
  <p:cmAuthor id="591" name="未知用户261" initials="未" lastIdx="1" clrIdx="0"/>
  <p:cmAuthor id="35" name="XUWEI" initials="X" lastIdx="1" clrIdx="10"/>
  <p:cmAuthor id="592" name="未知的使用者247" initials="未" lastIdx="6" clrIdx="0"/>
  <p:cmAuthor id="36" name="rev2" initials="c" lastIdx="1" clrIdx="36"/>
  <p:cmAuthor id="593" name="未知的使用者249" initials="未" lastIdx="43" clrIdx="1"/>
  <p:cmAuthor id="37" name="安 宝来" initials="安" lastIdx="2" clrIdx="19"/>
  <p:cmAuthor id="594" name="未知的使用者250" initials="未" lastIdx="1" clrIdx="0"/>
  <p:cmAuthor id="38" name="feng xingbo" initials="fx" lastIdx="1" clrIdx="24"/>
  <p:cmAuthor id="595" name="未知的使用者251" initials="未" lastIdx="1" clrIdx="0"/>
  <p:cmAuthor id="39" name="fei Ren" initials="fR" lastIdx="1" clrIdx="25"/>
  <p:cmAuthor id="596" name="未知的使用者246" initials="未" lastIdx="1" clrIdx="1"/>
  <p:cmAuthor id="40" name="未知用户34" initials="未" lastIdx="1" clrIdx="37"/>
  <p:cmAuthor id="597" name="未知的使用者252" initials="未" lastIdx="1" clrIdx="0"/>
  <p:cmAuthor id="41" name="未知用户35" initials="未" lastIdx="1" clrIdx="38"/>
  <p:cmAuthor id="598" name="未知的使用者253" initials="未" lastIdx="1" clrIdx="0"/>
  <p:cmAuthor id="42" name="hm" initials="h" lastIdx="10" clrIdx="41"/>
  <p:cmAuthor id="599" name="未知的使用者254" initials="未" lastIdx="1" clrIdx="0"/>
  <p:cmAuthor id="43" name="ZJK" initials="Z" lastIdx="5" clrIdx="42"/>
  <p:cmAuthor id="600" name="未知的使用者255" initials="未" lastIdx="1" clrIdx="0"/>
  <p:cmAuthor id="44" name="成玉玉" initials="成" lastIdx="1" clrIdx="43"/>
  <p:cmAuthor id="601" name="未知用户268" initials="未" lastIdx="1" clrIdx="0"/>
  <p:cmAuthor id="45" name="bay" initials="b" lastIdx="1" clrIdx="44"/>
  <p:cmAuthor id="602" name="未知用户269" initials="未" lastIdx="2" clrIdx="0"/>
  <p:cmAuthor id="46" name="未知的使用者2" initials="未" lastIdx="1" clrIdx="0"/>
  <p:cmAuthor id="603" name="未知的使用者270" initials="未" lastIdx="1" clrIdx="0"/>
  <p:cmAuthor id="47" name="clj" initials="c" lastIdx="1" clrIdx="46"/>
  <p:cmAuthor id="604" name="未知用户250" initials="未" lastIdx="0" clrIdx="0"/>
  <p:cmAuthor id="48" name="尹瑶瑶" initials="YYY" lastIdx="1" clrIdx="47"/>
  <p:cmAuthor id="605" name="未知用户272" initials="未" lastIdx="10" clrIdx="0"/>
  <p:cmAuthor id="49" name="李轶" initials="李" lastIdx="1" clrIdx="48"/>
  <p:cmAuthor id="606" name="未知的使用者256" initials="未" lastIdx="1" clrIdx="0"/>
  <p:cmAuthor id="50" name="未知的使用者21" initials="未" lastIdx="1" clrIdx="0"/>
  <p:cmAuthor id="607" name="未知的使用者197" initials="未" lastIdx="8" clrIdx="0"/>
  <p:cmAuthor id="51" name="吕志勇" initials="吕" lastIdx="8" clrIdx="0"/>
  <p:cmAuthor id="608" name="未知的使用者200" initials="未" lastIdx="1" clrIdx="0"/>
  <p:cmAuthor id="52" name="lantj" initials="l" lastIdx="1" clrIdx="51"/>
  <p:cmAuthor id="609" name="未知的使用者257" initials="未" lastIdx="1" clrIdx="0"/>
  <p:cmAuthor id="53" name="zhangjj" initials="z" lastIdx="1" clrIdx="52"/>
  <p:cmAuthor id="610" name="未知的使用者171" initials="未" lastIdx="3" clrIdx="1"/>
  <p:cmAuthor id="54" name="Shirley" initials="S" lastIdx="2" clrIdx="53"/>
  <p:cmAuthor id="611" name="未知的使用者240" initials="未" lastIdx="1" clrIdx="0"/>
  <p:cmAuthor id="55" name="未知的使用者70" initials="" lastIdx="1" clrIdx="0"/>
  <p:cmAuthor id="612" name="未知的使用者241" initials="未" lastIdx="1" clrIdx="0"/>
  <p:cmAuthor id="56" name="未知的使用者85" initials="" lastIdx="1" clrIdx="0"/>
  <p:cmAuthor id="613" name="未知的使用者242" initials="未" lastIdx="2" clrIdx="0"/>
  <p:cmAuthor id="57" name="wumeng" initials="w" lastIdx="1" clrIdx="56"/>
  <p:cmAuthor id="614" name="未知的使用者243" initials="未" lastIdx="1" clrIdx="0"/>
  <p:cmAuthor id="58" name="未知的使用者87" initials="" lastIdx="1" clrIdx="0"/>
  <p:cmAuthor id="615" name="未知的使用者258" initials="未" lastIdx="8" clrIdx="0"/>
  <p:cmAuthor id="59" name="庞付娟" initials="庞" lastIdx="29" clrIdx="0"/>
  <p:cmAuthor id="616" name="未知的使用者259" initials="未" lastIdx="1" clrIdx="0"/>
  <p:cmAuthor id="691587970" name="小延魔法师" initials="小" lastIdx="1126286" clrIdx="0"/>
  <p:cmAuthor id="617" name="未知的使用者260" initials="未" lastIdx="1" clrIdx="0"/>
  <p:cmAuthor id="60" name="未知的使用者90" initials="" lastIdx="8" clrIdx="0"/>
  <p:cmAuthor id="691587971" name="qixing Liao" initials="qL" lastIdx="1" clrIdx="49"/>
  <p:cmAuthor id="618" name="未知的使用者261" initials="未" lastIdx="11" clrIdx="0"/>
  <p:cmAuthor id="61" name="張秀娟" initials="張" lastIdx="1" clrIdx="2"/>
  <p:cmAuthor id="691587972" name="li hui" initials="lh" lastIdx="1" clrIdx="50"/>
  <p:cmAuthor id="619" name="未知的使用者262" initials="未" lastIdx="7" clrIdx="1"/>
  <p:cmAuthor id="62" name="未知的使用者34" initials="未" lastIdx="1" clrIdx="0"/>
  <p:cmAuthor id="691587973" name="Windows User" initials="WU" lastIdx="5" clrIdx="315"/>
  <p:cmAuthor id="620" name="未知的使用者263" initials="未" lastIdx="1" clrIdx="2"/>
  <p:cmAuthor id="63" name="未知的使用者98" initials="" lastIdx="1" clrIdx="0"/>
  <p:cmAuthor id="691587974" name="秀雪 贾" initials="秀贾" lastIdx="3" clrIdx="330"/>
  <p:cmAuthor id="621" name="未知的使用者264" initials="未" lastIdx="1" clrIdx="0"/>
  <p:cmAuthor id="64" name="CHRISYU" initials="" lastIdx="1" clrIdx="0"/>
  <p:cmAuthor id="65" name="未知的使用者113" initials="" lastIdx="1" clrIdx="2"/>
  <p:cmAuthor id="622" name="未知的使用者265" initials="未" lastIdx="1" clrIdx="0"/>
  <p:cmAuthor id="66" name="liucunri" initials="" lastIdx="1" clrIdx="0"/>
  <p:cmAuthor id="623" name="未知的使用者266" initials="未" lastIdx="1" clrIdx="1"/>
  <p:cmAuthor id="67" name="qihua-DCMS" initials="q" lastIdx="0" clrIdx="0"/>
  <p:cmAuthor id="624" name="未知的使用者267" initials="未" lastIdx="1" clrIdx="0"/>
  <p:cmAuthor id="68" name="Unknown User48" initials="" lastIdx="8" clrIdx="0"/>
  <p:cmAuthor id="625" name="未知的使用者268" initials="未" lastIdx="2" clrIdx="0"/>
  <p:cmAuthor id="69" name="未知用户82" initials="未知用户82" lastIdx="1" clrIdx="0"/>
  <p:cmAuthor id="626" name="未知的使用者269" initials="未" lastIdx="7" clrIdx="1"/>
  <p:cmAuthor id="70" name="未知用户83" initials="未知用户83" lastIdx="1" clrIdx="0"/>
  <p:cmAuthor id="627" name="刘晖" initials="刘" lastIdx="1" clrIdx="0"/>
  <p:cmAuthor id="71" name="未知用户84" initials="未知用户84" lastIdx="5" clrIdx="0"/>
  <p:cmAuthor id="628" name="lillian" initials="l" lastIdx="1" clrIdx="0"/>
  <p:cmAuthor id="72" name="未知用户137" initials="未知用户137" lastIdx="10" clrIdx="0"/>
  <p:cmAuthor id="629" name="未知用户197" initials="未" lastIdx="1" clrIdx="0"/>
  <p:cmAuthor id="73" name="未知用户21" initials="未" lastIdx="1" clrIdx="0"/>
  <p:cmAuthor id="630" name="Microsoft Office User" initials="M" lastIdx="2" clrIdx="86"/>
  <p:cmAuthor id="74" name="未知用户138" initials="未知用户138" lastIdx="0" clrIdx="1"/>
  <p:cmAuthor id="631" name="未知的使用者179" initials="未" lastIdx="1" clrIdx="0"/>
  <p:cmAuthor id="75" name="李永欣" initials="李" lastIdx="1" clrIdx="0"/>
  <p:cmAuthor id="632" name="行 朱" initials="行" lastIdx="1" clrIdx="517"/>
  <p:cmAuthor id="76" name="黄译萱(联通上海市上海市分公司)" initials="MSOffice" lastIdx="3" clrIdx="25"/>
  <p:cmAuthor id="633" name="未知用户183" initials="未" lastIdx="1" clrIdx="49"/>
  <p:cmAuthor id="77" name="邵丹(联通上海市上海市分公司)" initials="邵丹(联通上海市上海市分公司)" lastIdx="1" clrIdx="26"/>
  <p:cmAuthor id="634" name="施普希（菜菜）" initials="施" lastIdx="0" clrIdx="0"/>
  <p:cmAuthor id="78" name="Lina Hang(联通上海市上海市分公司)" initials="LH" lastIdx="2" clrIdx="27"/>
  <p:cmAuthor id="635" name="曹 朝辉" initials="曹" lastIdx="1" clrIdx="14"/>
  <p:cmAuthor id="79" name="未知的使用者16" initials="未" lastIdx="6" clrIdx="0"/>
  <p:cmAuthor id="636" name="laichenxi" initials="l" lastIdx="1" clrIdx="337"/>
  <p:cmAuthor id="80" name="未知的使用者13" initials="未" lastIdx="1" clrIdx="0"/>
  <p:cmAuthor id="637" name="zhoupeng" initials="z" lastIdx="5" clrIdx="339"/>
  <p:cmAuthor id="81" name="未知的使用者14" initials="未" lastIdx="2" clrIdx="0"/>
  <p:cmAuthor id="638" name="未知用户175" initials="未" lastIdx="1" clrIdx="1"/>
  <p:cmAuthor id="82" name="廖麗華" initials="廖" lastIdx="1" clrIdx="0"/>
  <p:cmAuthor id="639" name="raymond luan" initials="r" lastIdx="0" clrIdx="0"/>
  <p:cmAuthor id="83" name="未知的使用者12" initials="未" lastIdx="1" clrIdx="0"/>
  <p:cmAuthor id="640" name="未知用户121" initials="未" lastIdx="1" clrIdx="0"/>
  <p:cmAuthor id="84" name="未知用户129" initials="未知用户129" lastIdx="1" clrIdx="0"/>
  <p:cmAuthor id="641" name="安安_zm6nYnYZ" initials="安" lastIdx="0" clrIdx="0"/>
  <p:cmAuthor id="85" name="唐可欣" initials="唐" lastIdx="1" clrIdx="0"/>
  <p:cmAuthor id="642" name="nature_emInFJF7" initials="n" lastIdx="0" clrIdx="0"/>
  <p:cmAuthor id="86" name="王鹏凯" initials="" lastIdx="1" clrIdx="0"/>
  <p:cmAuthor id="643" name="杨思思_VNjyvY7j" initials="杨" lastIdx="0" clrIdx="0"/>
  <p:cmAuthor id="87" name="未知的使用者35" initials="未" lastIdx="1" clrIdx="0"/>
  <p:cmAuthor id="644" name="I_u6feq6Zr" initials="I" lastIdx="0" clrIdx="0"/>
  <p:cmAuthor id="88" name="未知的使用者33" initials="未" lastIdx="1" clrIdx="0"/>
  <p:cmAuthor id="645" name="方少_UbQfrimU" initials="方" lastIdx="0" clrIdx="0"/>
  <p:cmAuthor id="89" name="Admin" initials="A" lastIdx="1" clrIdx="2"/>
  <p:cmAuthor id="646" name="叶盛_Q3A3IfEf" initials="叶" lastIdx="0" clrIdx="0"/>
  <p:cmAuthor id="90" name="未知的使用者93" initials="" lastIdx="1" clrIdx="1"/>
  <p:cmAuthor id="647" name="Harley._bEJrUJ7r" initials="H" lastIdx="0" clrIdx="0"/>
  <p:cmAuthor id="91" name="范作霖" initials="范" lastIdx="1" clrIdx="22"/>
  <p:cmAuthor id="648" name="罗平_VB7vJb2E" initials="罗" lastIdx="0" clrIdx="0"/>
  <p:cmAuthor id="92" name="LeeElva" initials="" lastIdx="1" clrIdx="0"/>
  <p:cmAuthor id="649" name="xixi_nUjqe22E" initials="x" lastIdx="0" clrIdx="0"/>
  <p:cmAuthor id="93" name="未知用户99" initials="" lastIdx="1" clrIdx="2"/>
  <p:cmAuthor id="650" name="唐 赛" initials="唐" lastIdx="1" clrIdx="45"/>
  <p:cmAuthor id="94" name="杨静" initials="杨" lastIdx="1" clrIdx="22"/>
  <p:cmAuthor id="651" name="范 斌" initials="范" lastIdx="1" clrIdx="36"/>
  <p:cmAuthor id="95" name="未知的使用者115" initials="" lastIdx="1" clrIdx="1"/>
  <p:cmAuthor id="652" name="毕邺" initials="毕" lastIdx="2" clrIdx="37"/>
  <p:cmAuthor id="96" name="未知用户57" initials="" lastIdx="1" clrIdx="0"/>
  <p:cmAuthor id="653" name="何 伟" initials="何" lastIdx="1" clrIdx="53"/>
  <p:cmAuthor id="97" name="lianghb" initials="" lastIdx="19" clrIdx="0"/>
  <p:cmAuthor id="654" name="S 风" initials="S" lastIdx="2" clrIdx="55"/>
  <p:cmAuthor id="98" name="未知用户17" initials="" lastIdx="0" clrIdx="1"/>
  <p:cmAuthor id="655" name="张志云" initials="张" lastIdx="1" clrIdx="318"/>
  <p:cmAuthor id="99" name="Deanna Schuler (Bookey Consulting)" initials="" lastIdx="2" clrIdx="0"/>
  <p:cmAuthor id="656" name="谢学斌" initials="谢" lastIdx="0" clrIdx="0"/>
  <p:cmAuthor id="100" name="未知的使用者57" initials="未" lastIdx="1" clrIdx="0"/>
  <p:cmAuthor id="657" name="jialuo" initials="j" lastIdx="0" clrIdx="0"/>
  <p:cmAuthor id="101" name="spring_ren" initials="s" lastIdx="2" clrIdx="1"/>
  <p:cmAuthor id="102" name="毛香勤" initials="毛" lastIdx="26" clrIdx="6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杨彦伟" initials="杨" lastIdx="3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用户51" initials="未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1" initials="1" lastIdx="1" clrIdx="152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60" name="未知的使用者7" initials="" lastIdx="2" clrIdx="0"/>
  <p:cmAuthor id="161" name="高永刚" initials="高" lastIdx="2" clrIdx="36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54" initials="未" lastIdx="8" clrIdx="0"/>
  <p:cmAuthor id="173" name="Kevin Hu" initials="" lastIdx="1" clrIdx="0"/>
  <p:cmAuthor id="174" name="未知的使用者38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3" name="djj" initials="" lastIdx="2" clrIdx="0"/>
  <p:cmAuthor id="184" name="未知用户117" initials="" lastIdx="1" clrIdx="2"/>
  <p:cmAuthor id="185" name="未知用户12" initials="未" lastIdx="1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 " initials=" " lastIdx="1" clrIdx="6"/>
  <p:cmAuthor id="199" name="未知用户61" initials="" lastIdx="8" clrIdx="0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Yukun Zhang" initials="Y" lastIdx="1" clrIdx="341"/>
  <p:cmAuthor id="212" name="Daniel Wuu" initials="" lastIdx="1" clrIdx="0"/>
  <p:cmAuthor id="213" name="未知用户56" initials="" lastIdx="1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ztolei@163.com" initials="z" lastIdx="1" clrIdx="5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8535702" name="曾蓓/贝贝" initials="曾" lastIdx="0" clrIdx="0"/>
  <p:cmAuthor id="235" name="未知的使用者105" initials="" lastIdx="1" clrIdx="0"/>
  <p:cmAuthor id="236" name="Unknown User70" initials="" lastIdx="1" clrIdx="0"/>
  <p:cmAuthor id="237" name="clinchen" initials="" lastIdx="0" clrIdx="1"/>
  <p:cmAuthor id="210492766" name="yu 1" initials="y1" lastIdx="1" clrIdx="19"/>
  <p:cmAuthor id="238" name="未知用户23" initials="" lastIdx="1" clrIdx="0"/>
  <p:cmAuthor id="210492767" name="易培 杜" initials="易杜" lastIdx="1" clrIdx="76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394525608" name="仇怿俊" initials="仇" lastIdx="0" clrIdx="0"/>
  <p:cmAuthor id="280" name="未知用户68" initials="" lastIdx="1" clrIdx="0"/>
  <p:cmAuthor id="394525609" name="Xiaosu Wang" initials="XW" lastIdx="1" clrIdx="24"/>
  <p:cmAuthor id="281" name="未知用户69" initials="" lastIdx="2" clrIdx="0"/>
  <p:cmAuthor id="394525610" name="罗 罗" initials="罗" lastIdx="1" clrIdx="37"/>
  <p:cmAuthor id="282" name="未知用户70" initials="" lastIdx="1" clrIdx="1"/>
  <p:cmAuthor id="394525611" name="maomao" initials="m" lastIdx="1" clrIdx="49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441412215" name="tonghailan" initials="t" lastIdx="1126972" clrIdx="1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5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刘晓杨" initials="刘" lastIdx="2" clrIdx="319"/>
  <p:cmAuthor id="321" name="未知用户111" initials="未" lastIdx="1" clrIdx="1"/>
  <p:cmAuthor id="322" name="le" initials="l" lastIdx="2" clrIdx="321"/>
  <p:cmAuthor id="323" name="renyina" initials="r" lastIdx="1" clrIdx="322"/>
  <p:cmAuthor id="324" name="zhanglanxin" initials="z" lastIdx="1" clrIdx="323"/>
  <p:cmAuthor id="325" name="zhangzhongmin" initials="zhangzhongmin" lastIdx="1" clrIdx="324"/>
  <p:cmAuthor id="326" name="xiehaoming" initials="xiehaoming" lastIdx="1" clrIdx="325"/>
  <p:cmAuthor id="327" name="Cecilia" initials="C" lastIdx="1" clrIdx="326"/>
  <p:cmAuthor id="328" name="jiangjunrz" initials="jiangjunrz" lastIdx="1" clrIdx="327"/>
  <p:cmAuthor id="329" name="pym" initials="p" lastIdx="1" clrIdx="328"/>
  <p:cmAuthor id="2000" name="李婧宜_YBferYVR" initials="authorId_1217247658" lastIdx="0" clrIdx="0"/>
  <p:cmAuthor id="330" name="KZY" initials="K" lastIdx="1" clrIdx="329"/>
  <p:cmAuthor id="2001" name="潘 晨" initials="潘" lastIdx="2" clrIdx="18"/>
  <p:cmAuthor id="2002" name="song manyi" initials="sm" lastIdx="4" clrIdx="19"/>
  <p:cmAuthor id="332" name="wangxinran" initials="w" lastIdx="1" clrIdx="331"/>
  <p:cmAuthor id="2003" name="administrator" initials="ad" lastIdx="3" clrIdx="23"/>
  <p:cmAuthor id="333" name="zhaoqi" initials="z" lastIdx="1" clrIdx="332"/>
  <p:cmAuthor id="2005" name="Cynthia L" initials="CL" lastIdx="1" clrIdx="37"/>
  <p:cmAuthor id="335" name="李伟（IT）" initials="李" lastIdx="1" clrIdx="334"/>
  <p:cmAuthor id="2006" name="qsl" initials="q" lastIdx="3" clrIdx="38"/>
  <p:cmAuthor id="337" name="zhaoqian" initials="z" lastIdx="1" clrIdx="325"/>
  <p:cmAuthor id="338" name="Rita" initials="R" lastIdx="1" clrIdx="330"/>
  <p:cmAuthor id="339" name="flower" initials="f" lastIdx="1" clrIdx="334"/>
  <p:cmAuthor id="340" name="tonyliu" initials="t" lastIdx="4" clrIdx="335"/>
  <p:cmAuthor id="341" name="hwjjjjjjjj" initials="h" lastIdx="2" clrIdx="336"/>
  <p:cmAuthor id="342" name="macos" initials="m" lastIdx="1" clrIdx="338"/>
  <p:cmAuthor id="343" name="wangchangkun@cmhi.cmcc" initials="w" lastIdx="1" clrIdx="342"/>
  <p:cmAuthor id="345" name="zhoux" initials="z" lastIdx="1" clrIdx="333"/>
  <p:cmAuthor id="346" name="likeyu" initials="l" lastIdx="1" clrIdx="356"/>
  <p:cmAuthor id="347" name="zhangxinyao" initials="z" lastIdx="1" clrIdx="346"/>
  <p:cmAuthor id="348" name="liuyanxue" initials="l" lastIdx="1" clrIdx="364"/>
  <p:cmAuthor id="350" name="lingc" initials="l" lastIdx="1" clrIdx="324"/>
  <p:cmAuthor id="351" name="xuting@sn.cmcc" initials="x" lastIdx="1" clrIdx="40"/>
  <p:cmAuthor id="352" name="59314" initials="5" lastIdx="1" clrIdx="366"/>
  <p:cmAuthor id="353" name="未知用户157" initials="未" lastIdx="8" clrIdx="0"/>
  <p:cmAuthor id="354" name="未知用户158" initials="未" lastIdx="2" clrIdx="0"/>
  <p:cmAuthor id="355" name="未知用户159" initials="未" lastIdx="1" clrIdx="0"/>
  <p:cmAuthor id="356" name="未知用户160" initials="未" lastIdx="2" clrIdx="0"/>
  <p:cmAuthor id="357" name="未知用户168" initials="未" lastIdx="1" clrIdx="0"/>
  <p:cmAuthor id="358" name="順天" initials="順" lastIdx="1" clrIdx="0"/>
  <p:cmAuthor id="359" name="未知用户319" initials="未" lastIdx="1" clrIdx="0"/>
  <p:cmAuthor id="360" name="未知的使用者139" initials="未" lastIdx="1" clrIdx="0"/>
  <p:cmAuthor id="361" name="未知用户87" initials="未" lastIdx="1" clrIdx="0"/>
  <p:cmAuthor id="362" name="未知用户88" initials="未" lastIdx="1" clrIdx="0"/>
  <p:cmAuthor id="363" name="未知用户89" initials="未" lastIdx="1" clrIdx="0"/>
  <p:cmAuthor id="364" name="未知用户211" initials="未" lastIdx="8" clrIdx="0"/>
  <p:cmAuthor id="365" name="未知用户110" initials="未" lastIdx="1" clrIdx="0"/>
  <p:cmAuthor id="366" name="未知用户293" initials="未" lastIdx="1" clrIdx="0"/>
  <p:cmAuthor id="342238991" name="刘付平" initials="刘" lastIdx="5015" clrIdx="0"/>
  <p:cmAuthor id="367" name="未知用户201" initials="未" lastIdx="8" clrIdx="0"/>
  <p:cmAuthor id="368" name="未知用户278" initials="未" lastIdx="1" clrIdx="0"/>
  <p:cmAuthor id="369" name="未知用户279" initials="未" lastIdx="1" clrIdx="0"/>
  <p:cmAuthor id="370" name="未知用户280" initials="未" lastIdx="4" clrIdx="2"/>
  <p:cmAuthor id="371" name="未知用户281" initials="未" lastIdx="1" clrIdx="0"/>
  <p:cmAuthor id="372" name="未知用户282" initials="未" lastIdx="3" clrIdx="1"/>
  <p:cmAuthor id="373" name="未知用户283" initials="未" lastIdx="1" clrIdx="1"/>
  <p:cmAuthor id="374" name="未知用户284" initials="未" lastIdx="1" clrIdx="0"/>
  <p:cmAuthor id="375" name="guanhh" initials="g" lastIdx="3" clrIdx="0"/>
  <p:cmAuthor id="376" name="未知用户169" initials="未" lastIdx="1" clrIdx="0"/>
  <p:cmAuthor id="377" name="未知用户192" initials="未" lastIdx="1" clrIdx="0"/>
  <p:cmAuthor id="378" name="未知用户203" initials="未" lastIdx="1" clrIdx="1"/>
  <p:cmAuthor id="379" name="未知用户290" initials="未" lastIdx="2" clrIdx="0"/>
  <p:cmAuthor id="380" name="未知用户291" initials="未" lastIdx="8" clrIdx="0"/>
  <p:cmAuthor id="381" name="未知用户292" initials="未" lastIdx="1" clrIdx="0"/>
  <p:cmAuthor id="382" name="未知用户184" initials="未" lastIdx="1" clrIdx="1"/>
  <p:cmAuthor id="383" name="未知用户295" initials="未" lastIdx="1" clrIdx="0"/>
  <p:cmAuthor id="384" name="未知用户297" initials="未" lastIdx="1" clrIdx="0"/>
  <p:cmAuthor id="385" name="未知用户181" initials="未" lastIdx="2" clrIdx="0"/>
  <p:cmAuthor id="386" name="ye gusong" initials="y" lastIdx="1" clrIdx="0"/>
  <p:cmAuthor id="387" name="wei muzi" initials="w" lastIdx="1" clrIdx="4"/>
  <p:cmAuthor id="388" name="孙" initials="孙" lastIdx="1" clrIdx="50"/>
  <p:cmAuthor id="1411827" name="黄晓平" initials="黄" lastIdx="0" clrIdx="0"/>
  <p:cmAuthor id="389" name="未知用户187" initials="未" lastIdx="10" clrIdx="0"/>
  <p:cmAuthor id="1411828" name="徐琳00159163" initials="徐琳00159163" lastIdx="1" clrIdx="37"/>
  <p:cmAuthor id="390" name="catherine" initials="c" lastIdx="1" clrIdx="1"/>
  <p:cmAuthor id="1411829" name="Wu, Jing 1. (NSB - CN/Hangzhou)" initials="WJ1(C" lastIdx="2" clrIdx="39"/>
  <p:cmAuthor id="391" name="未知的使用者89" initials="未" lastIdx="5" clrIdx="0"/>
  <p:cmAuthor id="392" name="未知用户287" initials="未" lastIdx="0" clrIdx="1"/>
  <p:cmAuthor id="393" name="未知用户288" initials="未" lastIdx="1" clrIdx="0"/>
  <p:cmAuthor id="394" name="�Ÿ�" initials="�" lastIdx="1" clrIdx="0"/>
  <p:cmAuthor id="395" name="未知的使用者140" initials="未" lastIdx="1" clrIdx="1"/>
  <p:cmAuthor id="396" name="yudi lin" initials="y" lastIdx="0" clrIdx="0"/>
  <p:cmAuthor id="397" name="liuzga" initials="l" lastIdx="1" clrIdx="3"/>
  <p:cmAuthor id="398" name="49554261@qq.com" initials="4" lastIdx="2" clrIdx="2"/>
  <p:cmAuthor id="399" name="未知用户230" initials="未" lastIdx="1" clrIdx="0"/>
  <p:cmAuthor id="400" name="未知用户216" initials="未" lastIdx="1" clrIdx="0"/>
  <p:cmAuthor id="401" name="未知用户266" initials="未" lastIdx="1" clrIdx="1"/>
  <p:cmAuthor id="402" name="未知用户243" initials="未" lastIdx="1" clrIdx="0"/>
  <p:cmAuthor id="403" name="未知用户196" initials="未" lastIdx="1" clrIdx="0"/>
  <p:cmAuthor id="404" name="未知用户219" initials="未" lastIdx="6" clrIdx="0"/>
  <p:cmAuthor id="405" name="未知用户222" initials="未" lastIdx="1" clrIdx="0"/>
  <p:cmAuthor id="406" name="未知用户200" initials="未" lastIdx="8" clrIdx="0"/>
  <p:cmAuthor id="407" name="未知用户213" initials="未" lastIdx="1" clrIdx="0"/>
  <p:cmAuthor id="408" name="未知用户214" initials="未" lastIdx="2" clrIdx="0"/>
  <p:cmAuthor id="409" name="未知用户215" initials="未" lastIdx="1" clrIdx="0"/>
  <p:cmAuthor id="410" name="未知用户231" initials="未" lastIdx="1" clrIdx="0"/>
  <p:cmAuthor id="411" name="未知用户233" initials="未" lastIdx="11" clrIdx="0"/>
  <p:cmAuthor id="412" name="未知用户234" initials="未" lastIdx="7" clrIdx="1"/>
  <p:cmAuthor id="413" name="未知用户235" initials="未" lastIdx="1" clrIdx="2"/>
  <p:cmAuthor id="414" name="未知用户236" initials="未" lastIdx="1" clrIdx="0"/>
  <p:cmAuthor id="415" name="未知用户1" initials="未" lastIdx="2" clrIdx="0"/>
  <p:cmAuthor id="416" name="未知用户240" initials="未" lastIdx="2" clrIdx="0"/>
  <p:cmAuthor id="417" name="未知用户221" initials="未" lastIdx="44" clrIdx="1"/>
  <p:cmAuthor id="418" name="v15194" initials="v" lastIdx="5" clrIdx="87"/>
  <p:cmAuthor id="419" name="Carol Kelly" initials="C" lastIdx="1" clrIdx="0"/>
  <p:cmAuthor id="420" name="未知的使用者155" initials="未" lastIdx="1" clrIdx="0"/>
  <p:cmAuthor id="421" name="未知用户166" initials="未" lastIdx="0" clrIdx="1"/>
  <p:cmAuthor id="422" name="Unknown User55" initials="U" lastIdx="1" clrIdx="1"/>
  <p:cmAuthor id="423" name="未知用户343" initials="未" lastIdx="1" clrIdx="0"/>
  <p:cmAuthor id="424" name="Huipeng Cao" initials="H" lastIdx="1" clrIdx="0"/>
  <p:cmAuthor id="425" name="李 雷雨" initials="李" lastIdx="1" clrIdx="0"/>
  <p:cmAuthor id="426" name="91257" initials="9" lastIdx="0" clrIdx="1"/>
  <p:cmAuthor id="427" name="vicky" initials="v" lastIdx="2" clrIdx="1"/>
  <p:cmAuthor id="428" name="庆芳 许" initials="庆" lastIdx="1" clrIdx="0"/>
  <p:cmAuthor id="429" name="不明使用者2" initials="不" lastIdx="2" clrIdx="0"/>
  <p:cmAuthor id="430" name="不明使用者3" initials="不" lastIdx="1" clrIdx="0"/>
  <p:cmAuthor id="431" name="不明使用者4" initials="不" lastIdx="1" clrIdx="0"/>
  <p:cmAuthor id="432" name="不明使用者6" initials="不" lastIdx="1" clrIdx="0"/>
  <p:cmAuthor id="433" name="不明使用者5" initials="不" lastIdx="11" clrIdx="0"/>
  <p:cmAuthor id="434" name="不明使用者8" initials="不" lastIdx="43" clrIdx="1"/>
  <p:cmAuthor id="435" name="不明使用者9" initials="不" lastIdx="1" clrIdx="0"/>
  <p:cmAuthor id="436" name="不明使用者10" initials="不" lastIdx="0" clrIdx="0"/>
  <p:cmAuthor id="437" name="Think" initials="T" lastIdx="6" clrIdx="3"/>
  <p:cmAuthor id="438" name="敢 王" initials="敢" lastIdx="1" clrIdx="0"/>
  <p:cmAuthor id="439" name="邓 勇" initials="邓" lastIdx="1" clrIdx="0"/>
  <p:cmAuthor id="440" name="陈城" initials="陈" lastIdx="0" clrIdx="2"/>
  <p:cmAuthor id="441" name="Sharon" initials="S" lastIdx="1" clrIdx="2"/>
  <p:cmAuthor id="442" name="yangxy" initials="y" lastIdx="1" clrIdx="88"/>
  <p:cmAuthor id="443" name="Unknown User67" initials="U" lastIdx="1" clrIdx="0"/>
  <p:cmAuthor id="444" name="goulei" initials="g" lastIdx="2" clrIdx="41"/>
  <p:cmAuthor id="445" name="未知的使用者61" initials="未" lastIdx="1" clrIdx="0"/>
  <p:cmAuthor id="446" name="未知用户178" initials="未" lastIdx="1" clrIdx="0"/>
  <p:cmAuthor id="447" name="未知的使用者169" initials="未" lastIdx="1" clrIdx="0"/>
  <p:cmAuthor id="448" name="未知的使用者183" initials="未" lastIdx="5" clrIdx="1"/>
  <p:cmAuthor id="449" name="未知的使用者182" initials="未" lastIdx="1" clrIdx="1"/>
  <p:cmAuthor id="450" name="未知的使用者173" initials="未" lastIdx="1" clrIdx="0"/>
  <p:cmAuthor id="451" name="未知的使用者161" initials="未" lastIdx="1" clrIdx="0"/>
  <p:cmAuthor id="452" name="未知的使用者151" initials="未" lastIdx="1" clrIdx="0"/>
  <p:cmAuthor id="453" name="未知的使用者162" initials="未" lastIdx="1" clrIdx="0"/>
  <p:cmAuthor id="454" name="未知的使用者152" initials="未" lastIdx="1" clrIdx="0"/>
  <p:cmAuthor id="455" name="未知的使用者184" initials="未" lastIdx="8" clrIdx="0"/>
  <p:cmAuthor id="456" name="未知的使用者186" initials="未" lastIdx="1" clrIdx="0"/>
  <p:cmAuthor id="457" name="未知的使用者175" initials="未" lastIdx="8" clrIdx="0"/>
  <p:cmAuthor id="458" name="未知的使用者176" initials="未" lastIdx="1" clrIdx="0"/>
  <p:cmAuthor id="459" name="未知的使用者187" initials="未" lastIdx="2" clrIdx="0"/>
  <p:cmAuthor id="460" name="未知的使用者178" initials="未" lastIdx="1" clrIdx="0"/>
  <p:cmAuthor id="461" name="未知的使用者180" initials="未" lastIdx="2" clrIdx="0"/>
  <p:cmAuthor id="462" name="未知的使用者170" initials="未" lastIdx="43" clrIdx="1"/>
  <p:cmAuthor id="463" name="未知的使用者141" initials="未" lastIdx="8" clrIdx="0"/>
  <p:cmAuthor id="464" name="未知的使用者142" initials="未" lastIdx="1" clrIdx="0"/>
  <p:cmAuthor id="465" name="未知的使用者143" initials="未" lastIdx="1" clrIdx="0"/>
  <p:cmAuthor id="466" name="未知的使用者144" initials="未" lastIdx="1" clrIdx="0"/>
  <p:cmAuthor id="467" name="未知的使用者145" initials="未" lastIdx="1" clrIdx="0"/>
  <p:cmAuthor id="468" name="未知的使用者146" initials="未" lastIdx="1" clrIdx="0"/>
  <p:cmAuthor id="469" name="未知的使用者147" initials="未" lastIdx="1" clrIdx="0"/>
  <p:cmAuthor id="470" name="未知的使用者148" initials="未" lastIdx="8" clrIdx="0"/>
  <p:cmAuthor id="471" name="未知的使用者149" initials="未" lastIdx="8" clrIdx="0"/>
  <p:cmAuthor id="473" name="未知用户130" initials="未" lastIdx="1" clrIdx="1"/>
  <p:cmAuthor id="474" name="未知用户131" initials="未" lastIdx="1" clrIdx="2"/>
  <p:cmAuthor id="475" name="未知用户132" initials="未" lastIdx="1" clrIdx="0"/>
  <p:cmAuthor id="476" name="未知用户133" initials="未" lastIdx="1" clrIdx="0"/>
  <p:cmAuthor id="477" name="未知用户134" initials="未" lastIdx="10" clrIdx="0"/>
  <p:cmAuthor id="478" name="未知用户135" initials="未" lastIdx="1" clrIdx="0"/>
  <p:cmAuthor id="480" name="俊呈 賴" initials="俊" lastIdx="1" clrIdx="87"/>
  <p:cmAuthor id="481" name="未知的使用者204" initials="未" lastIdx="1" clrIdx="0"/>
  <p:cmAuthor id="482" name="Yoyo Wu" initials="Y" lastIdx="2" clrIdx="0"/>
  <p:cmAuthor id="483" name="zhangbin" initials="z" lastIdx="6" clrIdx="0"/>
  <p:cmAuthor id="484" name="Arno.Du(杜明星)" initials="A" lastIdx="0" clrIdx="0"/>
  <p:cmAuthor id="485" name="未知用户174" initials="未" lastIdx="1" clrIdx="0"/>
  <p:cmAuthor id="486" name="Unknown User27" initials="U" lastIdx="1" clrIdx="0"/>
  <p:cmAuthor id="487" name="未知的使用者221" initials="未" lastIdx="1" clrIdx="0"/>
  <p:cmAuthor id="488" name="未知的使用者222" initials="未" lastIdx="5" clrIdx="1"/>
  <p:cmAuthor id="489" name="未知的使用者223" initials="未" lastIdx="1" clrIdx="1"/>
  <p:cmAuthor id="490" name="未知的使用者224" initials="未" lastIdx="1" clrIdx="0"/>
  <p:cmAuthor id="491" name="未知的使用者225" initials="未" lastIdx="1" clrIdx="0"/>
  <p:cmAuthor id="492" name="未知的使用者226" initials="未" lastIdx="1" clrIdx="0"/>
  <p:cmAuthor id="493" name="未知的使用者227" initials="未" lastIdx="1" clrIdx="0"/>
  <p:cmAuthor id="494" name="未知的使用者217" initials="未" lastIdx="1" clrIdx="1"/>
  <p:cmAuthor id="495" name="未知的使用者218" initials="未" lastIdx="1" clrIdx="2"/>
  <p:cmAuthor id="496" name="未知的使用者219" initials="未" lastIdx="8" clrIdx="0"/>
  <p:cmAuthor id="497" name="未知的使用者220" initials="未" lastIdx="1" clrIdx="0"/>
  <p:cmAuthor id="498" name="未知的使用者228" initials="未" lastIdx="1" clrIdx="0"/>
  <p:cmAuthor id="499" name="未知的使用者229" initials="未" lastIdx="8" clrIdx="0"/>
  <p:cmAuthor id="500" name="未知的使用者230" initials="未" lastIdx="1" clrIdx="0"/>
  <p:cmAuthor id="501" name="未知的使用者231" initials="未" lastIdx="1" clrIdx="0"/>
  <p:cmAuthor id="502" name="未知的使用者232" initials="未" lastIdx="8" clrIdx="0"/>
  <p:cmAuthor id="503" name="未知的使用者233" initials="未" lastIdx="1" clrIdx="0"/>
  <p:cmAuthor id="504" name="未知的使用者234" initials="未" lastIdx="1" clrIdx="0"/>
  <p:cmAuthor id="505" name="未知的使用者130" initials="未" lastIdx="3" clrIdx="0"/>
  <p:cmAuthor id="506" name="未知的使用者131" initials="未" lastIdx="1" clrIdx="0"/>
  <p:cmAuthor id="507" name="未知的使用者132" initials="未" lastIdx="1" clrIdx="0"/>
  <p:cmAuthor id="508" name="Evonlin" initials="E" lastIdx="2" clrIdx="2"/>
  <p:cmAuthor id="509" name="未知的使用者235" initials="未" lastIdx="1" clrIdx="0"/>
  <p:cmAuthor id="510" name="未知的使用者236" initials="未" lastIdx="1" clrIdx="0"/>
  <p:cmAuthor id="511" name="未知的使用者237" initials="未" lastIdx="2" clrIdx="0"/>
  <p:cmAuthor id="512" name="未知的使用者238" initials="未" lastIdx="7" clrIdx="1"/>
  <p:cmAuthor id="513" name="未知的使用者239" initials="未" lastIdx="43" clrIdx="1"/>
  <p:cmAuthor id="514" name="未知的使用者136" initials="未" lastIdx="1" clrIdx="0"/>
  <p:cmAuthor id="515" name="未知的使用者134" initials="未" lastIdx="0" clrIdx="0"/>
  <p:cmAuthor id="516" name="未知的使用者206" initials="未" lastIdx="1" clrIdx="0"/>
  <p:cmAuthor id="517" name="Kent" initials="K" lastIdx="2" clrIdx="0"/>
  <p:cmAuthor id="518" name="梅芬 吳" initials="梅" lastIdx="1" clrIdx="85"/>
  <p:cmAuthor id="519" name="王嘉偉" initials="王" lastIdx="2" clrIdx="0"/>
  <p:cmAuthor id="520" name="未知的使用者210" initials="未" lastIdx="0" clrIdx="0"/>
  <p:cmAuthor id="521" name="未知的使用者211" initials="未" lastIdx="1" clrIdx="0"/>
  <p:cmAuthor id="47245819" name="群智集" initials="群" lastIdx="0" clrIdx="0"/>
  <p:cmAuthor id="522" name="未知的使用者212" initials="未" lastIdx="1" clrIdx="0"/>
  <p:cmAuthor id="47245820" name="郏 鹏" initials="郏" lastIdx="1" clrIdx="16"/>
  <p:cmAuthor id="523" name="未知的使用者213" initials="未" lastIdx="1" clrIdx="0"/>
  <p:cmAuthor id="47245821" name="郏鹏" initials="M" lastIdx="1" clrIdx="17"/>
  <p:cmAuthor id="524" name="未知的使用者214" initials="未" lastIdx="1" clrIdx="1"/>
  <p:cmAuthor id="525" name="未知的使用者215" initials="未" lastIdx="1" clrIdx="0"/>
  <p:cmAuthor id="526" name="未知的使用者216" initials="未" lastIdx="1" clrIdx="0"/>
  <p:cmAuthor id="287643682" name="z r" initials="zr" lastIdx="5" clrIdx="12"/>
  <p:cmAuthor id="527" name="王丽君" initials="王" lastIdx="4" clrIdx="0"/>
  <p:cmAuthor id="287643683" name="lc xue" initials="lx" lastIdx="1" clrIdx="22"/>
  <p:cmAuthor id="528" name="Xia Ting" initials="X" lastIdx="1" clrIdx="0"/>
  <p:cmAuthor id="287643684" name="孟芳芳（借调）" initials="V" lastIdx="2" clrIdx="37"/>
  <p:cmAuthor id="529" name="未知用户163" initials="未" lastIdx="8" clrIdx="0"/>
  <p:cmAuthor id="287643685" name="muxiaohan" initials="m" lastIdx="1" clrIdx="37"/>
  <p:cmAuthor id="530" name="未知用户164" initials="未" lastIdx="1" clrIdx="0"/>
  <p:cmAuthor id="287643686" name="YaoChunfen" initials="Y" lastIdx="1" clrIdx="39"/>
  <p:cmAuthor id="531" name="未知用户10" initials="未" lastIdx="1" clrIdx="0"/>
  <p:cmAuthor id="287643687" name="cheng" initials="c" lastIdx="13" clrIdx="0"/>
  <p:cmAuthor id="532" name="未知用户191" initials="未" lastIdx="1" clrIdx="0"/>
  <p:cmAuthor id="533" name="未知用户167" initials="未" lastIdx="1" clrIdx="0"/>
  <p:cmAuthor id="534" name="未知的使用者163" initials="未" lastIdx="1" clrIdx="0"/>
  <p:cmAuthor id="535" name="未知的使用者88" initials="未" lastIdx="1" clrIdx="1"/>
  <p:cmAuthor id="536" name="未知的使用者165" initials="未" lastIdx="1" clrIdx="0"/>
  <p:cmAuthor id="537" name="未知的使用者158" initials="未" lastIdx="1" clrIdx="0"/>
  <p:cmAuthor id="538" name="jerrychou" initials="j" lastIdx="1" clrIdx="4"/>
  <p:cmAuthor id="539" name="不明使用者12" initials="不" lastIdx="3" clrIdx="1"/>
  <p:cmAuthor id="540" name="不明使用者1" initials="不" lastIdx="0" clrIdx="0"/>
  <p:cmAuthor id="541" name="未知的使用者166" initials="未" lastIdx="8" clrIdx="0"/>
  <p:cmAuthor id="287643696" name="周君_MfIffYra" initials="authorId_375419134" lastIdx="0" clrIdx="0"/>
  <p:cmAuthor id="542" name="未知的使用者167" initials="未" lastIdx="0" clrIdx="1"/>
  <p:cmAuthor id="543" name="未知的使用者159" initials="未" lastIdx="1" clrIdx="1"/>
  <p:cmAuthor id="544" name="未知的使用者160" initials="未" lastIdx="1" clrIdx="0"/>
  <p:cmAuthor id="545" name="未知的使用者168" initials="未" lastIdx="1" clrIdx="0"/>
  <p:cmAuthor id="546" name="不明使用者7" initials="不" lastIdx="7" clrIdx="1"/>
  <p:cmAuthor id="547" name="未知用户120" initials="未" lastIdx="1" clrIdx="0"/>
  <p:cmAuthor id="548" name="未知用户122" initials="未" lastIdx="1" clrIdx="0"/>
  <p:cmAuthor id="549" name="未知用户139" initials="未" lastIdx="2" clrIdx="0"/>
  <p:cmAuthor id="550" name="不明使用者11" initials="不" lastIdx="1" clrIdx="0"/>
  <p:cmAuthor id="551" name="Unknown User24" initials="U" lastIdx="1" clrIdx="0"/>
  <p:cmAuthor id="552" name="未知用户141" initials="未" lastIdx="1" clrIdx="1"/>
  <p:cmAuthor id="553" name="未知用户145" initials="未" lastIdx="2" clrIdx="0"/>
  <p:cmAuthor id="554" name="未知用户119" initials="未" lastIdx="1" clrIdx="1"/>
  <p:cmAuthor id="555" name="未知用户140" initials="未" lastIdx="0" clrIdx="1"/>
  <p:cmAuthor id="556" name="未知用户143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07D"/>
    <a:srgbClr val="41016F"/>
    <a:srgbClr val="DA663B"/>
    <a:srgbClr val="FCE8E1"/>
    <a:srgbClr val="202021"/>
    <a:srgbClr val="DFA62A"/>
    <a:srgbClr val="EFF3F5"/>
    <a:srgbClr val="F2682A"/>
    <a:srgbClr val="FFFFFF"/>
    <a:srgbClr val="FF9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5" autoAdjust="0"/>
    <p:restoredTop sz="96215" autoAdjust="0"/>
  </p:normalViewPr>
  <p:slideViewPr>
    <p:cSldViewPr snapToGrid="0" showGuides="1">
      <p:cViewPr varScale="1">
        <p:scale>
          <a:sx n="97" d="100"/>
          <a:sy n="97" d="100"/>
        </p:scale>
        <p:origin x="68" y="360"/>
      </p:cViewPr>
      <p:guideLst>
        <p:guide pos="257"/>
        <p:guide pos="7423"/>
        <p:guide pos="347"/>
        <p:guide orient="horz" pos="595"/>
        <p:guide orient="horz" pos="4110"/>
        <p:guide orient="horz" pos="2001"/>
        <p:guide orient="horz" pos="14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93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微软雅黑" panose="020B0503020204020204" charset="-122"/>
              </a:rPr>
              <a:t>2026/9/23</a:t>
            </a:fld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微软雅黑" panose="020B0503020204020204" charset="-122"/>
              </a:rPr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6C8D182-E4C8-4120-9249-FC9774456FF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2">
            <a:extLst>
              <a:ext uri="{FF2B5EF4-FFF2-40B4-BE49-F238E27FC236}">
                <a16:creationId xmlns:a16="http://schemas.microsoft.com/office/drawing/2014/main" id="{48337056-4D52-0616-31EC-D3F618CB9A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图标&#10;&#10;描述已自动生成">
            <a:extLst>
              <a:ext uri="{FF2B5EF4-FFF2-40B4-BE49-F238E27FC236}">
                <a16:creationId xmlns:a16="http://schemas.microsoft.com/office/drawing/2014/main" id="{4770DEAA-CF8D-AC20-AB89-321309E314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4507"/>
            <a:ext cx="417195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0">
            <a:extLst>
              <a:ext uri="{FF2B5EF4-FFF2-40B4-BE49-F238E27FC236}">
                <a16:creationId xmlns:a16="http://schemas.microsoft.com/office/drawing/2014/main" id="{646AE93B-BED8-9BBB-E658-28F577B97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15" y="198059"/>
            <a:ext cx="9078843" cy="4583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zh-CN" altLang="en-US" sz="2400" b="1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914400" rtl="0" eaLnBrk="1" latinLnBrk="0" hangingPunct="1">
              <a:buClrTx/>
              <a:buSzTx/>
              <a:buFontTx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6" name="组合 6">
            <a:extLst>
              <a:ext uri="{FF2B5EF4-FFF2-40B4-BE49-F238E27FC236}">
                <a16:creationId xmlns:a16="http://schemas.microsoft.com/office/drawing/2014/main" id="{E1EC1F34-2BBE-B38F-0D8D-54CCA440B00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88913" y="247870"/>
            <a:ext cx="360362" cy="358775"/>
            <a:chOff x="223664" y="49808"/>
            <a:chExt cx="407034" cy="405765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196A20F8-2B30-CC96-04EB-EB95F191FC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23664" y="49808"/>
              <a:ext cx="407034" cy="405765"/>
            </a:xfrm>
            <a:custGeom>
              <a:avLst/>
              <a:gdLst>
                <a:gd name="T0" fmla="*/ 203454 w 407034"/>
                <a:gd name="T1" fmla="*/ 0 h 405765"/>
                <a:gd name="T2" fmla="*/ 156802 w 407034"/>
                <a:gd name="T3" fmla="*/ 5356 h 405765"/>
                <a:gd name="T4" fmla="*/ 113977 w 407034"/>
                <a:gd name="T5" fmla="*/ 20611 h 405765"/>
                <a:gd name="T6" fmla="*/ 76201 w 407034"/>
                <a:gd name="T7" fmla="*/ 44547 h 405765"/>
                <a:gd name="T8" fmla="*/ 44694 w 407034"/>
                <a:gd name="T9" fmla="*/ 75942 h 405765"/>
                <a:gd name="T10" fmla="*/ 20678 w 407034"/>
                <a:gd name="T11" fmla="*/ 113577 h 405765"/>
                <a:gd name="T12" fmla="*/ 5373 w 407034"/>
                <a:gd name="T13" fmla="*/ 156234 h 405765"/>
                <a:gd name="T14" fmla="*/ 0 w 407034"/>
                <a:gd name="T15" fmla="*/ 202692 h 405765"/>
                <a:gd name="T16" fmla="*/ 5373 w 407034"/>
                <a:gd name="T17" fmla="*/ 249149 h 405765"/>
                <a:gd name="T18" fmla="*/ 20678 w 407034"/>
                <a:gd name="T19" fmla="*/ 291806 h 405765"/>
                <a:gd name="T20" fmla="*/ 44694 w 407034"/>
                <a:gd name="T21" fmla="*/ 329441 h 405765"/>
                <a:gd name="T22" fmla="*/ 76201 w 407034"/>
                <a:gd name="T23" fmla="*/ 360836 h 405765"/>
                <a:gd name="T24" fmla="*/ 113977 w 407034"/>
                <a:gd name="T25" fmla="*/ 384772 h 405765"/>
                <a:gd name="T26" fmla="*/ 156802 w 407034"/>
                <a:gd name="T27" fmla="*/ 400027 h 405765"/>
                <a:gd name="T28" fmla="*/ 203454 w 407034"/>
                <a:gd name="T29" fmla="*/ 405384 h 405765"/>
                <a:gd name="T30" fmla="*/ 250105 w 407034"/>
                <a:gd name="T31" fmla="*/ 400027 h 405765"/>
                <a:gd name="T32" fmla="*/ 292930 w 407034"/>
                <a:gd name="T33" fmla="*/ 384772 h 405765"/>
                <a:gd name="T34" fmla="*/ 330706 w 407034"/>
                <a:gd name="T35" fmla="*/ 360836 h 405765"/>
                <a:gd name="T36" fmla="*/ 362213 w 407034"/>
                <a:gd name="T37" fmla="*/ 329441 h 405765"/>
                <a:gd name="T38" fmla="*/ 386229 w 407034"/>
                <a:gd name="T39" fmla="*/ 291806 h 405765"/>
                <a:gd name="T40" fmla="*/ 401534 w 407034"/>
                <a:gd name="T41" fmla="*/ 249149 h 405765"/>
                <a:gd name="T42" fmla="*/ 406908 w 407034"/>
                <a:gd name="T43" fmla="*/ 202692 h 405765"/>
                <a:gd name="T44" fmla="*/ 401534 w 407034"/>
                <a:gd name="T45" fmla="*/ 156234 h 405765"/>
                <a:gd name="T46" fmla="*/ 386229 w 407034"/>
                <a:gd name="T47" fmla="*/ 113577 h 405765"/>
                <a:gd name="T48" fmla="*/ 362213 w 407034"/>
                <a:gd name="T49" fmla="*/ 75942 h 405765"/>
                <a:gd name="T50" fmla="*/ 330706 w 407034"/>
                <a:gd name="T51" fmla="*/ 44547 h 405765"/>
                <a:gd name="T52" fmla="*/ 292930 w 407034"/>
                <a:gd name="T53" fmla="*/ 20611 h 405765"/>
                <a:gd name="T54" fmla="*/ 250105 w 407034"/>
                <a:gd name="T55" fmla="*/ 5356 h 405765"/>
                <a:gd name="T56" fmla="*/ 203454 w 407034"/>
                <a:gd name="T57" fmla="*/ 0 h 40576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07034" h="405765">
                  <a:moveTo>
                    <a:pt x="203454" y="0"/>
                  </a:moveTo>
                  <a:lnTo>
                    <a:pt x="156802" y="5356"/>
                  </a:lnTo>
                  <a:lnTo>
                    <a:pt x="113977" y="20611"/>
                  </a:lnTo>
                  <a:lnTo>
                    <a:pt x="76201" y="44547"/>
                  </a:lnTo>
                  <a:lnTo>
                    <a:pt x="44694" y="75942"/>
                  </a:lnTo>
                  <a:lnTo>
                    <a:pt x="20678" y="113577"/>
                  </a:lnTo>
                  <a:lnTo>
                    <a:pt x="5373" y="156234"/>
                  </a:lnTo>
                  <a:lnTo>
                    <a:pt x="0" y="202692"/>
                  </a:lnTo>
                  <a:lnTo>
                    <a:pt x="5373" y="249149"/>
                  </a:lnTo>
                  <a:lnTo>
                    <a:pt x="20678" y="291806"/>
                  </a:lnTo>
                  <a:lnTo>
                    <a:pt x="44694" y="329441"/>
                  </a:lnTo>
                  <a:lnTo>
                    <a:pt x="76201" y="360836"/>
                  </a:lnTo>
                  <a:lnTo>
                    <a:pt x="113977" y="384772"/>
                  </a:lnTo>
                  <a:lnTo>
                    <a:pt x="156802" y="400027"/>
                  </a:lnTo>
                  <a:lnTo>
                    <a:pt x="203454" y="405384"/>
                  </a:lnTo>
                  <a:lnTo>
                    <a:pt x="250105" y="400027"/>
                  </a:lnTo>
                  <a:lnTo>
                    <a:pt x="292930" y="384772"/>
                  </a:lnTo>
                  <a:lnTo>
                    <a:pt x="330706" y="360836"/>
                  </a:lnTo>
                  <a:lnTo>
                    <a:pt x="362213" y="329441"/>
                  </a:lnTo>
                  <a:lnTo>
                    <a:pt x="386229" y="291806"/>
                  </a:lnTo>
                  <a:lnTo>
                    <a:pt x="401534" y="249149"/>
                  </a:lnTo>
                  <a:lnTo>
                    <a:pt x="406908" y="202692"/>
                  </a:lnTo>
                  <a:lnTo>
                    <a:pt x="401534" y="156234"/>
                  </a:lnTo>
                  <a:lnTo>
                    <a:pt x="386229" y="113577"/>
                  </a:lnTo>
                  <a:lnTo>
                    <a:pt x="362213" y="75942"/>
                  </a:lnTo>
                  <a:lnTo>
                    <a:pt x="330706" y="44547"/>
                  </a:lnTo>
                  <a:lnTo>
                    <a:pt x="292930" y="20611"/>
                  </a:lnTo>
                  <a:lnTo>
                    <a:pt x="250105" y="5356"/>
                  </a:lnTo>
                  <a:lnTo>
                    <a:pt x="203454" y="0"/>
                  </a:lnTo>
                  <a:close/>
                </a:path>
              </a:pathLst>
            </a:custGeom>
            <a:solidFill>
              <a:srgbClr val="017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EFB3A916-3EB1-EFD0-926B-A18510EC32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45584" y="104672"/>
              <a:ext cx="192405" cy="295910"/>
            </a:xfrm>
            <a:custGeom>
              <a:avLst/>
              <a:gdLst>
                <a:gd name="T0" fmla="*/ 44259 w 192405"/>
                <a:gd name="T1" fmla="*/ 0 h 295909"/>
                <a:gd name="T2" fmla="*/ 0 w 192405"/>
                <a:gd name="T3" fmla="*/ 44323 h 295909"/>
                <a:gd name="T4" fmla="*/ 103517 w 192405"/>
                <a:gd name="T5" fmla="*/ 147828 h 295909"/>
                <a:gd name="T6" fmla="*/ 0 w 192405"/>
                <a:gd name="T7" fmla="*/ 251367 h 295909"/>
                <a:gd name="T8" fmla="*/ 44259 w 192405"/>
                <a:gd name="T9" fmla="*/ 295690 h 295909"/>
                <a:gd name="T10" fmla="*/ 192024 w 192405"/>
                <a:gd name="T11" fmla="*/ 147828 h 295909"/>
                <a:gd name="T12" fmla="*/ 44259 w 192405"/>
                <a:gd name="T13" fmla="*/ 0 h 2959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405" h="295909">
                  <a:moveTo>
                    <a:pt x="44259" y="0"/>
                  </a:moveTo>
                  <a:lnTo>
                    <a:pt x="0" y="44323"/>
                  </a:lnTo>
                  <a:lnTo>
                    <a:pt x="103517" y="147828"/>
                  </a:lnTo>
                  <a:lnTo>
                    <a:pt x="0" y="251333"/>
                  </a:lnTo>
                  <a:lnTo>
                    <a:pt x="44259" y="295656"/>
                  </a:lnTo>
                  <a:lnTo>
                    <a:pt x="192024" y="147828"/>
                  </a:lnTo>
                  <a:lnTo>
                    <a:pt x="4425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2847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2">
            <a:extLst>
              <a:ext uri="{FF2B5EF4-FFF2-40B4-BE49-F238E27FC236}">
                <a16:creationId xmlns:a16="http://schemas.microsoft.com/office/drawing/2014/main" id="{400D7629-7CB3-ED1E-BF07-C0240612CA4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743A75-D1C5-AD42-A9D3-37B4F98AA4E6}"/>
              </a:ext>
            </a:extLst>
          </p:cNvPr>
          <p:cNvSpPr/>
          <p:nvPr userDrawn="1"/>
        </p:nvSpPr>
        <p:spPr>
          <a:xfrm>
            <a:off x="0" y="0"/>
            <a:ext cx="12192000" cy="606425"/>
          </a:xfrm>
          <a:prstGeom prst="rect">
            <a:avLst/>
          </a:prstGeom>
          <a:solidFill>
            <a:srgbClr val="017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noProof="1"/>
          </a:p>
        </p:txBody>
      </p:sp>
      <p:pic>
        <p:nvPicPr>
          <p:cNvPr id="5" name="图片 7" descr="ec547e3a305ba0995f4581a155e6592f">
            <a:extLst>
              <a:ext uri="{FF2B5EF4-FFF2-40B4-BE49-F238E27FC236}">
                <a16:creationId xmlns:a16="http://schemas.microsoft.com/office/drawing/2014/main" id="{03E72395-5D5A-33E8-0A45-0E46D82D79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70000" contrast="-7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763" y="112712"/>
            <a:ext cx="16843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5">
            <a:extLst>
              <a:ext uri="{FF2B5EF4-FFF2-40B4-BE49-F238E27FC236}">
                <a16:creationId xmlns:a16="http://schemas.microsoft.com/office/drawing/2014/main" id="{768E1E6E-806D-FE46-1DFC-1FA6871913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1663" y="134937"/>
            <a:ext cx="1346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标题 10">
            <a:extLst>
              <a:ext uri="{FF2B5EF4-FFF2-40B4-BE49-F238E27FC236}">
                <a16:creationId xmlns:a16="http://schemas.microsoft.com/office/drawing/2014/main" id="{A510345E-2426-8F85-04A9-91839775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15" y="74014"/>
            <a:ext cx="9078843" cy="4583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zh-CN" altLang="en-US" sz="2400" b="1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914400" rtl="0" eaLnBrk="1" latinLnBrk="0" hangingPunct="1">
              <a:buClrTx/>
              <a:buSzTx/>
              <a:buFontTx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15" name="组合 6">
            <a:extLst>
              <a:ext uri="{FF2B5EF4-FFF2-40B4-BE49-F238E27FC236}">
                <a16:creationId xmlns:a16="http://schemas.microsoft.com/office/drawing/2014/main" id="{BDF9E9D9-C035-B8C2-5F12-34018C81F12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88913" y="123825"/>
            <a:ext cx="360362" cy="358775"/>
            <a:chOff x="223664" y="49808"/>
            <a:chExt cx="407034" cy="405765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124C1382-67F2-A20C-2C4B-A0214FB452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23664" y="49808"/>
              <a:ext cx="407034" cy="405765"/>
            </a:xfrm>
            <a:custGeom>
              <a:avLst/>
              <a:gdLst>
                <a:gd name="T0" fmla="*/ 203454 w 407034"/>
                <a:gd name="T1" fmla="*/ 0 h 405765"/>
                <a:gd name="T2" fmla="*/ 156802 w 407034"/>
                <a:gd name="T3" fmla="*/ 5356 h 405765"/>
                <a:gd name="T4" fmla="*/ 113977 w 407034"/>
                <a:gd name="T5" fmla="*/ 20611 h 405765"/>
                <a:gd name="T6" fmla="*/ 76201 w 407034"/>
                <a:gd name="T7" fmla="*/ 44547 h 405765"/>
                <a:gd name="T8" fmla="*/ 44694 w 407034"/>
                <a:gd name="T9" fmla="*/ 75942 h 405765"/>
                <a:gd name="T10" fmla="*/ 20678 w 407034"/>
                <a:gd name="T11" fmla="*/ 113577 h 405765"/>
                <a:gd name="T12" fmla="*/ 5373 w 407034"/>
                <a:gd name="T13" fmla="*/ 156234 h 405765"/>
                <a:gd name="T14" fmla="*/ 0 w 407034"/>
                <a:gd name="T15" fmla="*/ 202692 h 405765"/>
                <a:gd name="T16" fmla="*/ 5373 w 407034"/>
                <a:gd name="T17" fmla="*/ 249149 h 405765"/>
                <a:gd name="T18" fmla="*/ 20678 w 407034"/>
                <a:gd name="T19" fmla="*/ 291806 h 405765"/>
                <a:gd name="T20" fmla="*/ 44694 w 407034"/>
                <a:gd name="T21" fmla="*/ 329441 h 405765"/>
                <a:gd name="T22" fmla="*/ 76201 w 407034"/>
                <a:gd name="T23" fmla="*/ 360836 h 405765"/>
                <a:gd name="T24" fmla="*/ 113977 w 407034"/>
                <a:gd name="T25" fmla="*/ 384772 h 405765"/>
                <a:gd name="T26" fmla="*/ 156802 w 407034"/>
                <a:gd name="T27" fmla="*/ 400027 h 405765"/>
                <a:gd name="T28" fmla="*/ 203454 w 407034"/>
                <a:gd name="T29" fmla="*/ 405384 h 405765"/>
                <a:gd name="T30" fmla="*/ 250105 w 407034"/>
                <a:gd name="T31" fmla="*/ 400027 h 405765"/>
                <a:gd name="T32" fmla="*/ 292930 w 407034"/>
                <a:gd name="T33" fmla="*/ 384772 h 405765"/>
                <a:gd name="T34" fmla="*/ 330706 w 407034"/>
                <a:gd name="T35" fmla="*/ 360836 h 405765"/>
                <a:gd name="T36" fmla="*/ 362213 w 407034"/>
                <a:gd name="T37" fmla="*/ 329441 h 405765"/>
                <a:gd name="T38" fmla="*/ 386229 w 407034"/>
                <a:gd name="T39" fmla="*/ 291806 h 405765"/>
                <a:gd name="T40" fmla="*/ 401534 w 407034"/>
                <a:gd name="T41" fmla="*/ 249149 h 405765"/>
                <a:gd name="T42" fmla="*/ 406908 w 407034"/>
                <a:gd name="T43" fmla="*/ 202692 h 405765"/>
                <a:gd name="T44" fmla="*/ 401534 w 407034"/>
                <a:gd name="T45" fmla="*/ 156234 h 405765"/>
                <a:gd name="T46" fmla="*/ 386229 w 407034"/>
                <a:gd name="T47" fmla="*/ 113577 h 405765"/>
                <a:gd name="T48" fmla="*/ 362213 w 407034"/>
                <a:gd name="T49" fmla="*/ 75942 h 405765"/>
                <a:gd name="T50" fmla="*/ 330706 w 407034"/>
                <a:gd name="T51" fmla="*/ 44547 h 405765"/>
                <a:gd name="T52" fmla="*/ 292930 w 407034"/>
                <a:gd name="T53" fmla="*/ 20611 h 405765"/>
                <a:gd name="T54" fmla="*/ 250105 w 407034"/>
                <a:gd name="T55" fmla="*/ 5356 h 405765"/>
                <a:gd name="T56" fmla="*/ 203454 w 407034"/>
                <a:gd name="T57" fmla="*/ 0 h 40576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07034" h="405765">
                  <a:moveTo>
                    <a:pt x="203454" y="0"/>
                  </a:moveTo>
                  <a:lnTo>
                    <a:pt x="156802" y="5356"/>
                  </a:lnTo>
                  <a:lnTo>
                    <a:pt x="113977" y="20611"/>
                  </a:lnTo>
                  <a:lnTo>
                    <a:pt x="76201" y="44547"/>
                  </a:lnTo>
                  <a:lnTo>
                    <a:pt x="44694" y="75942"/>
                  </a:lnTo>
                  <a:lnTo>
                    <a:pt x="20678" y="113577"/>
                  </a:lnTo>
                  <a:lnTo>
                    <a:pt x="5373" y="156234"/>
                  </a:lnTo>
                  <a:lnTo>
                    <a:pt x="0" y="202692"/>
                  </a:lnTo>
                  <a:lnTo>
                    <a:pt x="5373" y="249149"/>
                  </a:lnTo>
                  <a:lnTo>
                    <a:pt x="20678" y="291806"/>
                  </a:lnTo>
                  <a:lnTo>
                    <a:pt x="44694" y="329441"/>
                  </a:lnTo>
                  <a:lnTo>
                    <a:pt x="76201" y="360836"/>
                  </a:lnTo>
                  <a:lnTo>
                    <a:pt x="113977" y="384772"/>
                  </a:lnTo>
                  <a:lnTo>
                    <a:pt x="156802" y="400027"/>
                  </a:lnTo>
                  <a:lnTo>
                    <a:pt x="203454" y="405384"/>
                  </a:lnTo>
                  <a:lnTo>
                    <a:pt x="250105" y="400027"/>
                  </a:lnTo>
                  <a:lnTo>
                    <a:pt x="292930" y="384772"/>
                  </a:lnTo>
                  <a:lnTo>
                    <a:pt x="330706" y="360836"/>
                  </a:lnTo>
                  <a:lnTo>
                    <a:pt x="362213" y="329441"/>
                  </a:lnTo>
                  <a:lnTo>
                    <a:pt x="386229" y="291806"/>
                  </a:lnTo>
                  <a:lnTo>
                    <a:pt x="401534" y="249149"/>
                  </a:lnTo>
                  <a:lnTo>
                    <a:pt x="406908" y="202692"/>
                  </a:lnTo>
                  <a:lnTo>
                    <a:pt x="401534" y="156234"/>
                  </a:lnTo>
                  <a:lnTo>
                    <a:pt x="386229" y="113577"/>
                  </a:lnTo>
                  <a:lnTo>
                    <a:pt x="362213" y="75942"/>
                  </a:lnTo>
                  <a:lnTo>
                    <a:pt x="330706" y="44547"/>
                  </a:lnTo>
                  <a:lnTo>
                    <a:pt x="292930" y="20611"/>
                  </a:lnTo>
                  <a:lnTo>
                    <a:pt x="250105" y="5356"/>
                  </a:lnTo>
                  <a:lnTo>
                    <a:pt x="203454" y="0"/>
                  </a:lnTo>
                  <a:close/>
                </a:path>
              </a:pathLst>
            </a:custGeom>
            <a:solidFill>
              <a:srgbClr val="017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7C471102-E56E-4D4C-5F2A-33C80868DB8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45584" y="104672"/>
              <a:ext cx="192405" cy="295910"/>
            </a:xfrm>
            <a:custGeom>
              <a:avLst/>
              <a:gdLst>
                <a:gd name="T0" fmla="*/ 44259 w 192405"/>
                <a:gd name="T1" fmla="*/ 0 h 295909"/>
                <a:gd name="T2" fmla="*/ 0 w 192405"/>
                <a:gd name="T3" fmla="*/ 44323 h 295909"/>
                <a:gd name="T4" fmla="*/ 103517 w 192405"/>
                <a:gd name="T5" fmla="*/ 147828 h 295909"/>
                <a:gd name="T6" fmla="*/ 0 w 192405"/>
                <a:gd name="T7" fmla="*/ 251367 h 295909"/>
                <a:gd name="T8" fmla="*/ 44259 w 192405"/>
                <a:gd name="T9" fmla="*/ 295690 h 295909"/>
                <a:gd name="T10" fmla="*/ 192024 w 192405"/>
                <a:gd name="T11" fmla="*/ 147828 h 295909"/>
                <a:gd name="T12" fmla="*/ 44259 w 192405"/>
                <a:gd name="T13" fmla="*/ 0 h 2959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405" h="295909">
                  <a:moveTo>
                    <a:pt x="44259" y="0"/>
                  </a:moveTo>
                  <a:lnTo>
                    <a:pt x="0" y="44323"/>
                  </a:lnTo>
                  <a:lnTo>
                    <a:pt x="103517" y="147828"/>
                  </a:lnTo>
                  <a:lnTo>
                    <a:pt x="0" y="251333"/>
                  </a:lnTo>
                  <a:lnTo>
                    <a:pt x="44259" y="295656"/>
                  </a:lnTo>
                  <a:lnTo>
                    <a:pt x="192024" y="147828"/>
                  </a:lnTo>
                  <a:lnTo>
                    <a:pt x="4425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7765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C445350-7FFB-BD77-F87C-13B49CF404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6" descr="ec547e3a305ba0995f4581a155e6592f">
            <a:extLst>
              <a:ext uri="{FF2B5EF4-FFF2-40B4-BE49-F238E27FC236}">
                <a16:creationId xmlns:a16="http://schemas.microsoft.com/office/drawing/2014/main" id="{F694B476-7557-7EB7-4E96-CB6634FED6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211138"/>
            <a:ext cx="2308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435DB93-9DA7-5D9B-8734-012F9D39F8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6024244" y="5168900"/>
            <a:ext cx="6167756" cy="16891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400" h="4217">
                <a:moveTo>
                  <a:pt x="2" y="4217"/>
                </a:moveTo>
                <a:cubicBezTo>
                  <a:pt x="134" y="4115"/>
                  <a:pt x="412" y="3854"/>
                  <a:pt x="549" y="3729"/>
                </a:cubicBezTo>
                <a:cubicBezTo>
                  <a:pt x="1391" y="2868"/>
                  <a:pt x="3167" y="1461"/>
                  <a:pt x="4550" y="1545"/>
                </a:cubicBezTo>
                <a:cubicBezTo>
                  <a:pt x="5074" y="1540"/>
                  <a:pt x="5718" y="1732"/>
                  <a:pt x="6097" y="1841"/>
                </a:cubicBezTo>
                <a:cubicBezTo>
                  <a:pt x="6628" y="2010"/>
                  <a:pt x="7382" y="2179"/>
                  <a:pt x="7900" y="2164"/>
                </a:cubicBezTo>
                <a:cubicBezTo>
                  <a:pt x="8149" y="2184"/>
                  <a:pt x="8790" y="2069"/>
                  <a:pt x="8786" y="2062"/>
                </a:cubicBezTo>
                <a:lnTo>
                  <a:pt x="9110" y="1983"/>
                </a:lnTo>
                <a:cubicBezTo>
                  <a:pt x="9866" y="1797"/>
                  <a:pt x="10981" y="1218"/>
                  <a:pt x="11563" y="901"/>
                </a:cubicBezTo>
                <a:cubicBezTo>
                  <a:pt x="12513" y="335"/>
                  <a:pt x="13652" y="-50"/>
                  <a:pt x="14143" y="5"/>
                </a:cubicBezTo>
                <a:cubicBezTo>
                  <a:pt x="14622" y="2"/>
                  <a:pt x="14918" y="198"/>
                  <a:pt x="15086" y="298"/>
                </a:cubicBezTo>
                <a:cubicBezTo>
                  <a:pt x="15192" y="368"/>
                  <a:pt x="15327" y="432"/>
                  <a:pt x="15400" y="440"/>
                </a:cubicBezTo>
                <a:lnTo>
                  <a:pt x="15400" y="4217"/>
                </a:lnTo>
                <a:lnTo>
                  <a:pt x="0" y="4217"/>
                </a:lnTo>
                <a:lnTo>
                  <a:pt x="2" y="4217"/>
                </a:lnTo>
                <a:close/>
              </a:path>
            </a:pathLst>
          </a:cu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A65115B-68BD-3F37-E2B2-6C0DC2A554DA}"/>
              </a:ext>
            </a:extLst>
          </p:cNvPr>
          <p:cNvSpPr/>
          <p:nvPr userDrawn="1"/>
        </p:nvSpPr>
        <p:spPr>
          <a:xfrm>
            <a:off x="5053013" y="4818063"/>
            <a:ext cx="7138987" cy="2039937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pic>
        <p:nvPicPr>
          <p:cNvPr id="12" name="图片 9">
            <a:extLst>
              <a:ext uri="{FF2B5EF4-FFF2-40B4-BE49-F238E27FC236}">
                <a16:creationId xmlns:a16="http://schemas.microsoft.com/office/drawing/2014/main" id="{C708F1B2-52DA-2865-BB48-82972920D9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163" y="238125"/>
            <a:ext cx="1935162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982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DBFEC47-ACC6-9DED-A1FA-543B60FE82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070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4" r:id="rId2"/>
    <p:sldLayoutId id="2147483692" r:id="rId3"/>
    <p:sldLayoutId id="214748369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梯形 79">
            <a:extLst>
              <a:ext uri="{FF2B5EF4-FFF2-40B4-BE49-F238E27FC236}">
                <a16:creationId xmlns:a16="http://schemas.microsoft.com/office/drawing/2014/main" id="{49B1C26E-A747-1D47-30AD-64E7980759C9}"/>
              </a:ext>
            </a:extLst>
          </p:cNvPr>
          <p:cNvSpPr/>
          <p:nvPr/>
        </p:nvSpPr>
        <p:spPr bwMode="auto">
          <a:xfrm>
            <a:off x="435701" y="5476919"/>
            <a:ext cx="11250332" cy="250757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bg1">
                    <a:alpha val="44000"/>
                  </a:schemeClr>
                </a:gs>
                <a:gs pos="100000">
                  <a:schemeClr val="tx2">
                    <a:alpha val="65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79" name="梯形 78">
            <a:extLst>
              <a:ext uri="{FF2B5EF4-FFF2-40B4-BE49-F238E27FC236}">
                <a16:creationId xmlns:a16="http://schemas.microsoft.com/office/drawing/2014/main" id="{C94F477D-EC70-E759-461F-1CA61AFF0E3A}"/>
              </a:ext>
            </a:extLst>
          </p:cNvPr>
          <p:cNvSpPr/>
          <p:nvPr/>
        </p:nvSpPr>
        <p:spPr bwMode="auto">
          <a:xfrm>
            <a:off x="435701" y="4146211"/>
            <a:ext cx="11250332" cy="262837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bg1"/>
                </a:gs>
                <a:gs pos="100000">
                  <a:schemeClr val="tx2"/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78" name="梯形 77">
            <a:extLst>
              <a:ext uri="{FF2B5EF4-FFF2-40B4-BE49-F238E27FC236}">
                <a16:creationId xmlns:a16="http://schemas.microsoft.com/office/drawing/2014/main" id="{BB46126E-2C71-E913-FE7C-04A8810F5AF4}"/>
              </a:ext>
            </a:extLst>
          </p:cNvPr>
          <p:cNvSpPr/>
          <p:nvPr/>
        </p:nvSpPr>
        <p:spPr bwMode="auto">
          <a:xfrm>
            <a:off x="435701" y="3351180"/>
            <a:ext cx="11250332" cy="250757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bg1">
                    <a:alpha val="44000"/>
                  </a:schemeClr>
                </a:gs>
                <a:gs pos="100000">
                  <a:schemeClr val="tx2">
                    <a:alpha val="65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77" name="梯形 76">
            <a:extLst>
              <a:ext uri="{FF2B5EF4-FFF2-40B4-BE49-F238E27FC236}">
                <a16:creationId xmlns:a16="http://schemas.microsoft.com/office/drawing/2014/main" id="{B82E87DB-AAC4-D4A1-7D0C-8A1916E53464}"/>
              </a:ext>
            </a:extLst>
          </p:cNvPr>
          <p:cNvSpPr/>
          <p:nvPr/>
        </p:nvSpPr>
        <p:spPr bwMode="auto">
          <a:xfrm>
            <a:off x="435701" y="2456667"/>
            <a:ext cx="11250332" cy="314175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B3A478-3A3A-9CFB-C5D0-1DB29B80E408}"/>
              </a:ext>
            </a:extLst>
          </p:cNvPr>
          <p:cNvSpPr/>
          <p:nvPr/>
        </p:nvSpPr>
        <p:spPr>
          <a:xfrm>
            <a:off x="435700" y="869582"/>
            <a:ext cx="11250331" cy="835650"/>
          </a:xfrm>
          <a:prstGeom prst="rect">
            <a:avLst/>
          </a:prstGeom>
          <a:noFill/>
          <a:ln>
            <a:noFill/>
          </a:ln>
          <a:effectLst>
            <a:outerShdw blurRad="352284" dist="38100" dir="2700000" algn="tl" rotWithShape="0">
              <a:schemeClr val="accent1">
                <a:lumMod val="90000"/>
                <a:alpha val="2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论点概述部分：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16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号字体，默认上下居中对齐，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如果单行字设置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倍行距，如果多行字设置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1.2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倍行距</a:t>
            </a:r>
            <a:endParaRPr kumimoji="1"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9808" y="2165789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b="1">
                <a:solidFill>
                  <a:schemeClr val="accent1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accent1"/>
                </a:solidFill>
                <a:latin typeface="Microsoft YaHei"/>
              </a:rPr>
              <a:t>号字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2011680"/>
            <a:ext cx="3939758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0160">
            <a:solidFill>
              <a:schemeClr val="dk2">
                <a:lumMod val="20000"/>
                <a:lumOff val="80000"/>
              </a:schemeClr>
            </a:solidFill>
          </a:ln>
        </p:spPr>
        <p:txBody>
          <a:bodyPr lIns="61200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b="1">
                <a:latin typeface="+mn-ea"/>
              </a:rPr>
              <a:t>复杂文本框</a:t>
            </a:r>
            <a:endParaRPr lang="en-US" altLang="zh-CN" sz="1400" b="1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200"/>
              <a:t>可通过设置形状内文字选项的左边距控制</a:t>
            </a:r>
            <a:endParaRPr sz="1200"/>
          </a:p>
        </p:txBody>
      </p:sp>
      <p:sp>
        <p:nvSpPr>
          <p:cNvPr id="19" name="Rounded Rectangle 18"/>
          <p:cNvSpPr/>
          <p:nvPr/>
        </p:nvSpPr>
        <p:spPr>
          <a:xfrm>
            <a:off x="8449056" y="2011680"/>
            <a:ext cx="2490852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0160">
            <a:solidFill>
              <a:schemeClr val="dk2">
                <a:lumMod val="20000"/>
                <a:lumOff val="80000"/>
              </a:schemeClr>
            </a:solidFill>
          </a:ln>
        </p:spPr>
        <p:txBody>
          <a:bodyPr lIns="61200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b="1">
                <a:solidFill>
                  <a:schemeClr val="dk2"/>
                </a:solidFill>
                <a:latin typeface="Microsoft YaHei"/>
              </a:rPr>
              <a:t>公共服务</a:t>
            </a:r>
          </a:p>
          <a:p>
            <a:pPr>
              <a:lnSpc>
                <a:spcPct val="120000"/>
              </a:lnSpc>
            </a:pPr>
            <a:r>
              <a:rPr lang="zh-CN" altLang="en-US" sz="1200">
                <a:latin typeface="+mn-ea"/>
              </a:rPr>
              <a:t>城市治理、政务服务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700" y="2784251"/>
            <a:ext cx="11250332" cy="64008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 w="10160">
            <a:solidFill>
              <a:schemeClr val="accent1">
                <a:lumMod val="25000"/>
                <a:lumOff val="7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2965792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b="1">
                <a:solidFill>
                  <a:schemeClr val="accent1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accent1"/>
                </a:solidFill>
                <a:latin typeface="Microsoft YaHei"/>
              </a:rPr>
              <a:t>号字</a:t>
            </a:r>
            <a:endParaRPr b="1">
              <a:solidFill>
                <a:schemeClr val="accent1"/>
              </a:solidFill>
              <a:latin typeface="Microsoft Ya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95728" y="2893979"/>
            <a:ext cx="5788152" cy="42062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8890">
            <a:solidFill>
              <a:schemeClr val="accent1">
                <a:lumMod val="35000"/>
                <a:lumOff val="59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简单矩形框直接写字，不额外叠加文本框方式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9056" y="2893979"/>
            <a:ext cx="2761488" cy="42062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8890">
            <a:solidFill>
              <a:schemeClr val="accent1">
                <a:lumMod val="35000"/>
                <a:lumOff val="59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简单矩形框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5700" y="3601432"/>
            <a:ext cx="11250332" cy="658368"/>
          </a:xfrm>
          <a:prstGeom prst="rect">
            <a:avLst/>
          </a:prstGeom>
          <a:solidFill>
            <a:schemeClr val="lt1"/>
          </a:solidFill>
          <a:ln w="1016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3792117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b="1">
                <a:solidFill>
                  <a:schemeClr val="dk2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dk2"/>
                </a:solidFill>
                <a:latin typeface="Microsoft YaHei"/>
              </a:rPr>
              <a:t>号字</a:t>
            </a:r>
            <a:endParaRPr b="1">
              <a:solidFill>
                <a:schemeClr val="dk2"/>
              </a:solidFill>
              <a:latin typeface="Microsoft YaHe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395728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14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号字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45152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14</a:t>
            </a:r>
            <a:r>
              <a:rPr lang="zh-CN" altLang="en-US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号字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94576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14</a:t>
            </a:r>
            <a:r>
              <a:rPr lang="zh-CN" altLang="en-US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号字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14</a:t>
            </a:r>
            <a:r>
              <a:rPr lang="zh-CN" altLang="en-US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号字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700" y="4417644"/>
            <a:ext cx="11250332" cy="1106424"/>
          </a:xfrm>
          <a:prstGeom prst="rect">
            <a:avLst/>
          </a:prstGeom>
          <a:solidFill>
            <a:schemeClr val="dk2">
              <a:lumMod val="80000"/>
            </a:schemeClr>
          </a:solidFill>
          <a:ln w="10160">
            <a:solidFill>
              <a:schemeClr val="dk2">
                <a:lumMod val="8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4838794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b="1">
                <a:solidFill>
                  <a:schemeClr val="lt1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lt1"/>
                </a:solidFill>
                <a:latin typeface="Microsoft YaHei"/>
              </a:rPr>
              <a:t>号字</a:t>
            </a:r>
            <a:endParaRPr b="1">
              <a:solidFill>
                <a:schemeClr val="lt1"/>
              </a:solidFill>
              <a:latin typeface="Microsoft Ya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395728" y="4629821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20" b="1">
                <a:solidFill>
                  <a:schemeClr val="accent1"/>
                </a:solidFill>
                <a:latin typeface="Microsoft YaHei"/>
              </a:rPr>
              <a:t>Harness + Agent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5728" y="5015875"/>
            <a:ext cx="225856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chemeClr val="lt1"/>
                </a:solidFill>
                <a:latin typeface="Microsoft YaHei"/>
              </a:rPr>
              <a:t>统一承载智能体运行与治理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10912" y="4595276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简单矩形框直接写字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23176" y="4595276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单行字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</a:t>
            </a:r>
            <a:r>
              <a:rPr lang="zh-CN" altLang="en-US" sz="1200">
                <a:solidFill>
                  <a:schemeClr val="lt1"/>
                </a:solidFill>
                <a:latin typeface="Microsoft YaHei"/>
                <a:ea typeface="Microsoft YaHei"/>
              </a:rPr>
              <a:t>倍行距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235440" y="4595276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  <a:ea typeface="Microsoft YaHei"/>
              </a:rPr>
              <a:t>垂直对齐默认居中</a:t>
            </a:r>
            <a:endParaRPr sz="1200">
              <a:solidFill>
                <a:schemeClr val="lt1"/>
              </a:solidFill>
              <a:latin typeface="Microsoft YaHei"/>
              <a:ea typeface="Microsoft YaHe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010912" y="5034188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  <a:ea typeface="Microsoft YaHei"/>
              </a:rPr>
              <a:t>不额外叠加文本框</a:t>
            </a:r>
            <a:endParaRPr sz="1200">
              <a:solidFill>
                <a:schemeClr val="lt1"/>
              </a:solidFill>
              <a:latin typeface="Microsoft YaHei"/>
              <a:ea typeface="Microsoft YaHei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123176" y="5034188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</a:rPr>
              <a:t>多行字设置</a:t>
            </a:r>
            <a:r>
              <a:rPr lang="en-US" altLang="zh-CN" sz="1200">
                <a:solidFill>
                  <a:schemeClr val="lt1"/>
                </a:solidFill>
                <a:latin typeface="Microsoft YaHei"/>
              </a:rPr>
              <a:t>1.2</a:t>
            </a:r>
            <a:r>
              <a:rPr lang="zh-CN" altLang="en-US" sz="1200">
                <a:solidFill>
                  <a:schemeClr val="lt1"/>
                </a:solidFill>
                <a:latin typeface="Microsoft YaHei"/>
              </a:rPr>
              <a:t>倍行距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034188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</a:rPr>
              <a:t>通过左边距控制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5700" y="5733627"/>
            <a:ext cx="11250332" cy="475488"/>
          </a:xfrm>
          <a:prstGeom prst="rect">
            <a:avLst/>
          </a:prstGeom>
          <a:solidFill>
            <a:schemeClr val="dk2">
              <a:lumMod val="8000"/>
              <a:lumOff val="92000"/>
            </a:schemeClr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9808" y="5842016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>
                <a:solidFill>
                  <a:schemeClr val="dk2"/>
                </a:solidFill>
                <a:latin typeface="Microsoft YaHei"/>
              </a:rPr>
              <a:t>企业资源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95728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模型算力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5152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数据知识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94576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业务系统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安全体系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CE8788A-7192-71EE-B83A-249288502509}"/>
              </a:ext>
            </a:extLst>
          </p:cNvPr>
          <p:cNvSpPr txBox="1"/>
          <p:nvPr/>
        </p:nvSpPr>
        <p:spPr>
          <a:xfrm>
            <a:off x="435701" y="6259311"/>
            <a:ext cx="11250332" cy="3385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Microsoft YaHei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</a:rPr>
              <a:t>纳管企业资源，支撑业务交付 </a:t>
            </a:r>
            <a:r>
              <a:rPr lang="en-US" altLang="zh-CN" sz="1600">
                <a:solidFill>
                  <a:schemeClr val="tx2"/>
                </a:solidFill>
              </a:rPr>
              <a:t>—— </a:t>
            </a:r>
            <a:r>
              <a:rPr lang="zh-CN" altLang="en-US" sz="1600">
                <a:solidFill>
                  <a:schemeClr val="accent1"/>
                </a:solidFill>
              </a:rPr>
              <a:t>把分散资产组织成可执行、可管理、可复用的企业 </a:t>
            </a:r>
            <a:r>
              <a:rPr lang="en-US" altLang="zh-CN" sz="1600">
                <a:solidFill>
                  <a:schemeClr val="accent1"/>
                </a:solidFill>
              </a:rPr>
              <a:t>AI </a:t>
            </a:r>
            <a:r>
              <a:rPr lang="zh-CN" altLang="en-US" sz="1600">
                <a:solidFill>
                  <a:schemeClr val="accent1"/>
                </a:solidFill>
              </a:rPr>
              <a:t>能力</a:t>
            </a: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DC48132B-2C8C-FAD2-C103-ABF1B91BFA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41" t="6144" r="8866" b="8335"/>
          <a:stretch>
            <a:fillRect/>
          </a:stretch>
        </p:blipFill>
        <p:spPr>
          <a:xfrm>
            <a:off x="8656190" y="2118216"/>
            <a:ext cx="436563" cy="461816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53260E9D-73EF-D268-7037-72C44D2B67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65" t="4706" r="11790" b="13137"/>
          <a:stretch>
            <a:fillRect/>
          </a:stretch>
        </p:blipFill>
        <p:spPr>
          <a:xfrm>
            <a:off x="2555428" y="2139950"/>
            <a:ext cx="414338" cy="37941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970CDBD-649B-F4F2-586C-561C0ED1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</p:spPr>
        <p:txBody>
          <a:bodyPr/>
          <a:lstStyle/>
          <a:p>
            <a:r>
              <a:rPr lang="zh-CN" altLang="en-US"/>
              <a:t>页面标题：微软雅黑</a:t>
            </a:r>
            <a:r>
              <a:rPr lang="en-US" altLang="zh-CN"/>
              <a:t>24</a:t>
            </a:r>
            <a:r>
              <a:rPr lang="zh-CN" altLang="en-US"/>
              <a:t>号粗体</a:t>
            </a:r>
          </a:p>
        </p:txBody>
      </p:sp>
    </p:spTree>
    <p:extLst>
      <p:ext uri="{BB962C8B-B14F-4D97-AF65-F5344CB8AC3E}">
        <p14:creationId xmlns:p14="http://schemas.microsoft.com/office/powerpoint/2010/main" val="32827228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wNTM5NzYwMDRjMzkwZTVkZjY2ODkwMGIxNGU0OTUifQ=="/>
  <p:tag name="RESOURCE_RECORD_KEY" val="{&quot;10&quot;:[50044068,21572629],&quot;65&quot;:[20231087]}"/>
</p:tagLst>
</file>

<file path=ppt/theme/theme1.xml><?xml version="1.0" encoding="utf-8"?>
<a:theme xmlns:a="http://schemas.openxmlformats.org/drawingml/2006/main" name="彩讯科技">
  <a:themeElements>
    <a:clrScheme name="中国移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184CF"/>
      </a:accent1>
      <a:accent2>
        <a:srgbClr val="9CD2F6"/>
      </a:accent2>
      <a:accent3>
        <a:srgbClr val="D6DCE5"/>
      </a:accent3>
      <a:accent4>
        <a:srgbClr val="8DC222"/>
      </a:accent4>
      <a:accent5>
        <a:srgbClr val="595959"/>
      </a:accent5>
      <a:accent6>
        <a:srgbClr val="595959"/>
      </a:accent6>
      <a:hlink>
        <a:srgbClr val="595959"/>
      </a:hlink>
      <a:folHlink>
        <a:srgbClr val="595959"/>
      </a:folHlink>
    </a:clrScheme>
    <a:fontScheme name="WPS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700">
          <a:gradFill flip="none" rotWithShape="1">
            <a:gsLst>
              <a:gs pos="0">
                <a:schemeClr val="accent1"/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</a:ln>
      </a:spPr>
      <a:bodyPr wrap="square" lIns="72000" tIns="72000" rIns="72000" bIns="72000" anchor="ctr">
        <a:noAutofit/>
      </a:bodyPr>
      <a:lstStyle>
        <a:defPPr marL="0" marR="0" indent="0" algn="l" defTabSz="913765" rtl="0" eaLnBrk="1" fontAlgn="auto" latinLnBrk="0" hangingPunct="1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1" i="0" u="none" strike="noStrike" kern="1200" cap="none" spc="0" normalizeH="0" baseline="0" noProof="0" smtClean="0">
            <a:ln>
              <a:noFill/>
            </a:ln>
            <a:solidFill>
              <a:schemeClr val="tx2"/>
            </a:solidFill>
            <a:effectLst/>
            <a:uLnTx/>
            <a:uFillTx/>
            <a:latin typeface="Microsoft YaHei"/>
            <a:ea typeface="Microsoft YaHei"/>
            <a:cs typeface="微软雅黑" panose="020B0503020204020204" charset="-122"/>
            <a:sym typeface="+mn-ea"/>
          </a:defRPr>
        </a:defPPr>
      </a:lstStyle>
    </a:spDef>
    <a:txDef>
      <a:spPr>
        <a:noFill/>
      </a:spPr>
      <a:bodyPr wrap="square" lIns="108000" rtlCol="0">
        <a:spAutoFit/>
      </a:bodyPr>
      <a:lstStyle>
        <a:defPPr algn="l">
          <a:lnSpc>
            <a:spcPct val="120000"/>
          </a:lnSpc>
          <a:defRPr sz="1600" smtClean="0">
            <a:solidFill>
              <a:schemeClr val="tx2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基于通用数据大模型（LDM）的行业数据智能赋能方案.pptx" id="{DD3FF0F2-949B-415A-BDD8-7B744D8C58EB}" vid="{ABA021D7-90C9-430F-A162-60542872D83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基于通用数据大模型（LDM）的行业数据智能赋能方案</Template>
  <TotalTime>3182</TotalTime>
  <Words>239</Words>
  <Application>Microsoft Office PowerPoint</Application>
  <PresentationFormat>宽屏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Arial</vt:lpstr>
      <vt:lpstr>彩讯科技</vt:lpstr>
      <vt:lpstr>页面标题：微软雅黑24号粗体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亿光 熊</dc:creator>
  <cp:lastModifiedBy>亿光 熊</cp:lastModifiedBy>
  <cp:revision>128</cp:revision>
  <cp:lastPrinted>2025-08-13T08:08:45Z</cp:lastPrinted>
  <dcterms:created xsi:type="dcterms:W3CDTF">2026-01-07T06:38:52Z</dcterms:created>
  <dcterms:modified xsi:type="dcterms:W3CDTF">2026-09-23T05:47:09Z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BF57028E1B524A348C19E3E7AC496D43_13</vt:lpwstr>
  </property>
</Properties>
</file>